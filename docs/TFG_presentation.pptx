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70" r:id="rId7"/>
    <p:sldId id="258" r:id="rId8"/>
    <p:sldId id="259" r:id="rId9"/>
    <p:sldId id="260" r:id="rId10"/>
    <p:sldId id="261" r:id="rId11"/>
    <p:sldId id="268" r:id="rId12"/>
    <p:sldId id="269" r:id="rId13"/>
    <p:sldId id="262" r:id="rId14"/>
    <p:sldId id="264" r:id="rId15"/>
    <p:sldId id="267" r:id="rId16"/>
    <p:sldId id="263" r:id="rId17"/>
    <p:sldId id="265" r:id="rId18"/>
    <p:sldId id="266" r:id="rId19"/>
    <p:sldId id="271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NovaMono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482" autoAdjust="0"/>
  </p:normalViewPr>
  <p:slideViewPr>
    <p:cSldViewPr snapToGrid="0">
      <p:cViewPr varScale="1">
        <p:scale>
          <a:sx n="82" d="100"/>
          <a:sy n="82" d="100"/>
        </p:scale>
        <p:origin x="163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noProof="0" dirty="0"/>
              <a:t>Work division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46E-457E-8E25-2CC9D0AE39D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7FB-4E3D-9A6D-314C7B63BCE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46E-457E-8E25-2CC9D0AE39D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7FB-4E3D-9A6D-314C7B63BCE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46E-457E-8E25-2CC9D0AE39D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46E-457E-8E25-2CC9D0AE39D9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A7FB-4E3D-9A6D-314C7B63BCE8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7FB-4E3D-9A6D-314C7B63BC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Project management</c:v>
                </c:pt>
                <c:pt idx="1">
                  <c:v>Analysis</c:v>
                </c:pt>
                <c:pt idx="2">
                  <c:v>Design</c:v>
                </c:pt>
                <c:pt idx="3">
                  <c:v>Development</c:v>
                </c:pt>
                <c:pt idx="4">
                  <c:v>Testing</c:v>
                </c:pt>
                <c:pt idx="5">
                  <c:v>Documentation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54</c:v>
                </c:pt>
                <c:pt idx="2">
                  <c:v>51</c:v>
                </c:pt>
                <c:pt idx="3">
                  <c:v>105</c:v>
                </c:pt>
                <c:pt idx="4">
                  <c:v>27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B-4E3D-9A6D-314C7B63BC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468584065864954"/>
          <c:y val="0.8301679680686237"/>
          <c:w val="0.74370733975190773"/>
          <c:h val="0.154194686996583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3EC576-3972-43DB-B6F3-0A19BD12F41F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EE7FBF-1B5F-467C-BAD1-EABC9AE77B28}">
      <dgm:prSet/>
      <dgm:spPr/>
      <dgm:t>
        <a:bodyPr/>
        <a:lstStyle/>
        <a:p>
          <a:r>
            <a:rPr lang="en-GB" noProof="0" dirty="0"/>
            <a:t>Unit testing &amp; quality gate</a:t>
          </a:r>
        </a:p>
      </dgm:t>
    </dgm:pt>
    <dgm:pt modelId="{C0CB9F64-0D73-482D-8A76-BB2030E8B21D}" type="parTrans" cxnId="{1C277289-1C25-4E66-94A5-1723D9217988}">
      <dgm:prSet/>
      <dgm:spPr/>
      <dgm:t>
        <a:bodyPr/>
        <a:lstStyle/>
        <a:p>
          <a:endParaRPr lang="en-US"/>
        </a:p>
      </dgm:t>
    </dgm:pt>
    <dgm:pt modelId="{115519F7-E993-4BCE-8A4D-73F6B1ECBD61}" type="sibTrans" cxnId="{1C277289-1C25-4E66-94A5-1723D9217988}">
      <dgm:prSet/>
      <dgm:spPr/>
      <dgm:t>
        <a:bodyPr/>
        <a:lstStyle/>
        <a:p>
          <a:endParaRPr lang="en-US"/>
        </a:p>
      </dgm:t>
    </dgm:pt>
    <dgm:pt modelId="{A58A6FE2-2E52-491A-B138-CE7E31B602D7}">
      <dgm:prSet/>
      <dgm:spPr/>
      <dgm:t>
        <a:bodyPr/>
        <a:lstStyle/>
        <a:p>
          <a:r>
            <a:rPr lang="en-GB" noProof="0" dirty="0"/>
            <a:t>JUnit5 + Mockito</a:t>
          </a:r>
        </a:p>
      </dgm:t>
    </dgm:pt>
    <dgm:pt modelId="{40C9F04D-9AEE-4A5C-8345-73D32B0C1643}" type="parTrans" cxnId="{66F09D6A-E5C0-4011-BD49-2613A2F7AC45}">
      <dgm:prSet/>
      <dgm:spPr/>
      <dgm:t>
        <a:bodyPr/>
        <a:lstStyle/>
        <a:p>
          <a:endParaRPr lang="en-US"/>
        </a:p>
      </dgm:t>
    </dgm:pt>
    <dgm:pt modelId="{D167D78C-EC0C-4361-8F7C-291D24AECBEC}" type="sibTrans" cxnId="{66F09D6A-E5C0-4011-BD49-2613A2F7AC45}">
      <dgm:prSet/>
      <dgm:spPr/>
      <dgm:t>
        <a:bodyPr/>
        <a:lstStyle/>
        <a:p>
          <a:endParaRPr lang="en-US"/>
        </a:p>
      </dgm:t>
    </dgm:pt>
    <dgm:pt modelId="{5191C0C9-AFBB-4B35-8D5B-FAAE62701E4E}">
      <dgm:prSet/>
      <dgm:spPr/>
      <dgm:t>
        <a:bodyPr/>
        <a:lstStyle/>
        <a:p>
          <a:r>
            <a:rPr lang="en-GB" noProof="0" dirty="0"/>
            <a:t>80% coverage, no critical code smells</a:t>
          </a:r>
        </a:p>
      </dgm:t>
    </dgm:pt>
    <dgm:pt modelId="{61F3A731-5B91-4CCF-B8C6-E7F2CD1A51C1}" type="parTrans" cxnId="{26034CE2-27B4-4D8A-BADA-06AA235A6534}">
      <dgm:prSet/>
      <dgm:spPr/>
      <dgm:t>
        <a:bodyPr/>
        <a:lstStyle/>
        <a:p>
          <a:endParaRPr lang="en-US"/>
        </a:p>
      </dgm:t>
    </dgm:pt>
    <dgm:pt modelId="{7A1C79AD-0695-4DA0-A47B-FCED1DF03957}" type="sibTrans" cxnId="{26034CE2-27B4-4D8A-BADA-06AA235A6534}">
      <dgm:prSet/>
      <dgm:spPr/>
      <dgm:t>
        <a:bodyPr/>
        <a:lstStyle/>
        <a:p>
          <a:endParaRPr lang="en-US"/>
        </a:p>
      </dgm:t>
    </dgm:pt>
    <dgm:pt modelId="{03C02C10-1DFB-44D4-9BCC-8F27E590D0E3}">
      <dgm:prSet/>
      <dgm:spPr/>
      <dgm:t>
        <a:bodyPr/>
        <a:lstStyle/>
        <a:p>
          <a:r>
            <a:rPr lang="en-GB" noProof="0" dirty="0"/>
            <a:t>Integration &amp; Acceptance</a:t>
          </a:r>
        </a:p>
      </dgm:t>
    </dgm:pt>
    <dgm:pt modelId="{FE034CD3-F3B0-4E56-BEEE-C42AED0466CE}" type="parTrans" cxnId="{80341B77-8A09-44DB-B48E-DB03B0FCE44B}">
      <dgm:prSet/>
      <dgm:spPr/>
      <dgm:t>
        <a:bodyPr/>
        <a:lstStyle/>
        <a:p>
          <a:endParaRPr lang="en-US"/>
        </a:p>
      </dgm:t>
    </dgm:pt>
    <dgm:pt modelId="{53646EE1-17DF-4872-A415-DBCF05E2141E}" type="sibTrans" cxnId="{80341B77-8A09-44DB-B48E-DB03B0FCE44B}">
      <dgm:prSet/>
      <dgm:spPr/>
      <dgm:t>
        <a:bodyPr/>
        <a:lstStyle/>
        <a:p>
          <a:endParaRPr lang="en-US"/>
        </a:p>
      </dgm:t>
    </dgm:pt>
    <dgm:pt modelId="{677549D9-3233-464A-A64E-52DAD629E67C}">
      <dgm:prSet/>
      <dgm:spPr/>
      <dgm:t>
        <a:bodyPr/>
        <a:lstStyle/>
        <a:p>
          <a:r>
            <a:rPr lang="en-GB" noProof="0" dirty="0"/>
            <a:t>E2E for full user journeys</a:t>
          </a:r>
        </a:p>
      </dgm:t>
    </dgm:pt>
    <dgm:pt modelId="{791557DC-3B23-42E6-AD47-90DD6B0500B6}" type="parTrans" cxnId="{65DEF9FD-0153-4CD4-AE93-3F0FB19D34E4}">
      <dgm:prSet/>
      <dgm:spPr/>
      <dgm:t>
        <a:bodyPr/>
        <a:lstStyle/>
        <a:p>
          <a:endParaRPr lang="en-US"/>
        </a:p>
      </dgm:t>
    </dgm:pt>
    <dgm:pt modelId="{9152FD18-AA7B-47AF-B3F1-EE5210F9A1F7}" type="sibTrans" cxnId="{65DEF9FD-0153-4CD4-AE93-3F0FB19D34E4}">
      <dgm:prSet/>
      <dgm:spPr/>
      <dgm:t>
        <a:bodyPr/>
        <a:lstStyle/>
        <a:p>
          <a:endParaRPr lang="en-US"/>
        </a:p>
      </dgm:t>
    </dgm:pt>
    <dgm:pt modelId="{F0CAABFD-7B42-446D-91FE-5DFF170C5FD5}">
      <dgm:prSet/>
      <dgm:spPr/>
      <dgm:t>
        <a:bodyPr/>
        <a:lstStyle/>
        <a:p>
          <a:r>
            <a:rPr lang="en-GB" noProof="0" dirty="0"/>
            <a:t>Playwright, limited scope</a:t>
          </a:r>
        </a:p>
      </dgm:t>
    </dgm:pt>
    <dgm:pt modelId="{1DEE8236-A4E7-4E8D-BC54-9BFCB0A412FF}" type="parTrans" cxnId="{0652C84B-EA77-403B-B89E-82CE9AD744B6}">
      <dgm:prSet/>
      <dgm:spPr/>
      <dgm:t>
        <a:bodyPr/>
        <a:lstStyle/>
        <a:p>
          <a:endParaRPr lang="en-US"/>
        </a:p>
      </dgm:t>
    </dgm:pt>
    <dgm:pt modelId="{CDE5F1E8-ADBC-47EB-B737-8C6AB9BF60AD}" type="sibTrans" cxnId="{0652C84B-EA77-403B-B89E-82CE9AD744B6}">
      <dgm:prSet/>
      <dgm:spPr/>
      <dgm:t>
        <a:bodyPr/>
        <a:lstStyle/>
        <a:p>
          <a:endParaRPr lang="en-US"/>
        </a:p>
      </dgm:t>
    </dgm:pt>
    <dgm:pt modelId="{54B3E689-AF79-4906-91E6-F080CC137C1B}">
      <dgm:prSet/>
      <dgm:spPr/>
      <dgm:t>
        <a:bodyPr/>
        <a:lstStyle/>
        <a:p>
          <a:r>
            <a:rPr lang="en-GB" noProof="0" dirty="0"/>
            <a:t>Load testing</a:t>
          </a:r>
        </a:p>
      </dgm:t>
    </dgm:pt>
    <dgm:pt modelId="{820319B2-DA83-4E88-8595-9869269A5AF7}" type="parTrans" cxnId="{5E6AB363-A7C7-4788-BD6C-EBE7E47A5022}">
      <dgm:prSet/>
      <dgm:spPr/>
      <dgm:t>
        <a:bodyPr/>
        <a:lstStyle/>
        <a:p>
          <a:endParaRPr lang="en-US"/>
        </a:p>
      </dgm:t>
    </dgm:pt>
    <dgm:pt modelId="{21184C41-1108-49EB-A95C-158A97C41317}" type="sibTrans" cxnId="{5E6AB363-A7C7-4788-BD6C-EBE7E47A5022}">
      <dgm:prSet/>
      <dgm:spPr/>
      <dgm:t>
        <a:bodyPr/>
        <a:lstStyle/>
        <a:p>
          <a:endParaRPr lang="en-US"/>
        </a:p>
      </dgm:t>
    </dgm:pt>
    <dgm:pt modelId="{499B6F9B-6435-4D2F-B34C-76BFA7A3860E}">
      <dgm:prSet/>
      <dgm:spPr/>
      <dgm:t>
        <a:bodyPr/>
        <a:lstStyle/>
        <a:p>
          <a:r>
            <a:rPr lang="en-GB" noProof="0" dirty="0"/>
            <a:t>Gatling, 500 concurrent users with no request &gt;0.7s</a:t>
          </a:r>
        </a:p>
      </dgm:t>
    </dgm:pt>
    <dgm:pt modelId="{F7A32254-9D88-4E3B-BE9F-DEA8EE30270F}" type="parTrans" cxnId="{E9833C3E-2AA0-4009-B7D0-B41541462787}">
      <dgm:prSet/>
      <dgm:spPr/>
      <dgm:t>
        <a:bodyPr/>
        <a:lstStyle/>
        <a:p>
          <a:endParaRPr lang="en-US"/>
        </a:p>
      </dgm:t>
    </dgm:pt>
    <dgm:pt modelId="{B8E6F854-A9CB-45B6-9888-C24E94654F3D}" type="sibTrans" cxnId="{E9833C3E-2AA0-4009-B7D0-B41541462787}">
      <dgm:prSet/>
      <dgm:spPr/>
      <dgm:t>
        <a:bodyPr/>
        <a:lstStyle/>
        <a:p>
          <a:endParaRPr lang="en-US"/>
        </a:p>
      </dgm:t>
    </dgm:pt>
    <dgm:pt modelId="{F1D055D5-1125-456A-9808-272FCBC02FF2}">
      <dgm:prSet/>
      <dgm:spPr/>
      <dgm:t>
        <a:bodyPr/>
        <a:lstStyle/>
        <a:p>
          <a:r>
            <a:rPr lang="en-GB" noProof="0" dirty="0"/>
            <a:t>Accessibility &amp; usability testing</a:t>
          </a:r>
        </a:p>
      </dgm:t>
    </dgm:pt>
    <dgm:pt modelId="{0D77D86F-BCBB-425C-959A-3D8602502EDE}" type="parTrans" cxnId="{099EE0D2-BD05-4661-93C4-B3EF9F49647B}">
      <dgm:prSet/>
      <dgm:spPr/>
      <dgm:t>
        <a:bodyPr/>
        <a:lstStyle/>
        <a:p>
          <a:endParaRPr lang="en-US"/>
        </a:p>
      </dgm:t>
    </dgm:pt>
    <dgm:pt modelId="{1958AC4D-C93B-4949-A5C9-417E150DC0B7}" type="sibTrans" cxnId="{099EE0D2-BD05-4661-93C4-B3EF9F49647B}">
      <dgm:prSet/>
      <dgm:spPr/>
      <dgm:t>
        <a:bodyPr/>
        <a:lstStyle/>
        <a:p>
          <a:endParaRPr lang="en-US"/>
        </a:p>
      </dgm:t>
    </dgm:pt>
    <dgm:pt modelId="{D88DCBB1-74FF-4A98-8BC2-CBD20D6ED6B5}">
      <dgm:prSet/>
      <dgm:spPr/>
      <dgm:t>
        <a:bodyPr/>
        <a:lstStyle/>
        <a:p>
          <a:r>
            <a:rPr lang="en-GB" noProof="0" dirty="0"/>
            <a:t>Lighthouse audits, targeting 80+</a:t>
          </a:r>
        </a:p>
      </dgm:t>
    </dgm:pt>
    <dgm:pt modelId="{4B63D6C3-4B0F-4FB9-BCA9-0550637DE69A}" type="parTrans" cxnId="{ADAE2DA1-1E7F-4209-BE8D-07B131CCA394}">
      <dgm:prSet/>
      <dgm:spPr/>
      <dgm:t>
        <a:bodyPr/>
        <a:lstStyle/>
        <a:p>
          <a:endParaRPr lang="en-US"/>
        </a:p>
      </dgm:t>
    </dgm:pt>
    <dgm:pt modelId="{D570C3A9-098E-484B-BC68-E99327B428CC}" type="sibTrans" cxnId="{ADAE2DA1-1E7F-4209-BE8D-07B131CCA394}">
      <dgm:prSet/>
      <dgm:spPr/>
      <dgm:t>
        <a:bodyPr/>
        <a:lstStyle/>
        <a:p>
          <a:endParaRPr lang="en-US"/>
        </a:p>
      </dgm:t>
    </dgm:pt>
    <dgm:pt modelId="{51824044-35A2-4BE1-9954-4EE7354D3B7F}">
      <dgm:prSet/>
      <dgm:spPr/>
      <dgm:t>
        <a:bodyPr/>
        <a:lstStyle/>
        <a:p>
          <a:r>
            <a:rPr lang="en-GB" noProof="0" dirty="0"/>
            <a:t>4 usability testing sessions</a:t>
          </a:r>
        </a:p>
      </dgm:t>
    </dgm:pt>
    <dgm:pt modelId="{B8A80F41-56BA-49CB-B03C-64664A811106}" type="parTrans" cxnId="{6BC4EBB5-FCF6-43A5-9D68-9E9188829EAB}">
      <dgm:prSet/>
      <dgm:spPr/>
      <dgm:t>
        <a:bodyPr/>
        <a:lstStyle/>
        <a:p>
          <a:endParaRPr lang="en-US"/>
        </a:p>
      </dgm:t>
    </dgm:pt>
    <dgm:pt modelId="{04724311-976D-4E05-9F03-18241565C5DB}" type="sibTrans" cxnId="{6BC4EBB5-FCF6-43A5-9D68-9E9188829EAB}">
      <dgm:prSet/>
      <dgm:spPr/>
      <dgm:t>
        <a:bodyPr/>
        <a:lstStyle/>
        <a:p>
          <a:endParaRPr lang="en-US"/>
        </a:p>
      </dgm:t>
    </dgm:pt>
    <dgm:pt modelId="{98898F83-2242-4F1D-8105-BE98F290628B}" type="pres">
      <dgm:prSet presAssocID="{B53EC576-3972-43DB-B6F3-0A19BD12F41F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9501293-8029-48D2-84B3-228EF11764E1}" type="pres">
      <dgm:prSet presAssocID="{28EE7FBF-1B5F-467C-BAD1-EABC9AE77B28}" presName="circle1" presStyleLbl="node1" presStyleIdx="0" presStyleCnt="5"/>
      <dgm:spPr/>
    </dgm:pt>
    <dgm:pt modelId="{62D4E0B4-B68C-4F1F-91F6-1A33BE15DDA1}" type="pres">
      <dgm:prSet presAssocID="{28EE7FBF-1B5F-467C-BAD1-EABC9AE77B28}" presName="space" presStyleCnt="0"/>
      <dgm:spPr/>
    </dgm:pt>
    <dgm:pt modelId="{D4D8CE07-B592-46F5-B1A2-97DD1832887E}" type="pres">
      <dgm:prSet presAssocID="{28EE7FBF-1B5F-467C-BAD1-EABC9AE77B28}" presName="rect1" presStyleLbl="alignAcc1" presStyleIdx="0" presStyleCnt="5"/>
      <dgm:spPr/>
    </dgm:pt>
    <dgm:pt modelId="{6662C57D-3950-49D1-826C-F08EF80BC2BA}" type="pres">
      <dgm:prSet presAssocID="{03C02C10-1DFB-44D4-9BCC-8F27E590D0E3}" presName="vertSpace2" presStyleLbl="node1" presStyleIdx="0" presStyleCnt="5"/>
      <dgm:spPr/>
    </dgm:pt>
    <dgm:pt modelId="{64B0604D-C371-4D26-BC83-11EC44528E04}" type="pres">
      <dgm:prSet presAssocID="{03C02C10-1DFB-44D4-9BCC-8F27E590D0E3}" presName="circle2" presStyleLbl="node1" presStyleIdx="1" presStyleCnt="5"/>
      <dgm:spPr/>
    </dgm:pt>
    <dgm:pt modelId="{2447EAD4-F4BE-4E61-88F1-90F8C10B7F7C}" type="pres">
      <dgm:prSet presAssocID="{03C02C10-1DFB-44D4-9BCC-8F27E590D0E3}" presName="rect2" presStyleLbl="alignAcc1" presStyleIdx="1" presStyleCnt="5"/>
      <dgm:spPr/>
    </dgm:pt>
    <dgm:pt modelId="{4391162A-AB3D-488B-9435-02E431F8F1D4}" type="pres">
      <dgm:prSet presAssocID="{677549D9-3233-464A-A64E-52DAD629E67C}" presName="vertSpace3" presStyleLbl="node1" presStyleIdx="1" presStyleCnt="5"/>
      <dgm:spPr/>
    </dgm:pt>
    <dgm:pt modelId="{D675E0A9-53AA-4B93-A5F2-8B5F431E2F69}" type="pres">
      <dgm:prSet presAssocID="{677549D9-3233-464A-A64E-52DAD629E67C}" presName="circle3" presStyleLbl="node1" presStyleIdx="2" presStyleCnt="5"/>
      <dgm:spPr/>
    </dgm:pt>
    <dgm:pt modelId="{595927F8-6561-4B6A-9C5E-A3D244ADF6BE}" type="pres">
      <dgm:prSet presAssocID="{677549D9-3233-464A-A64E-52DAD629E67C}" presName="rect3" presStyleLbl="alignAcc1" presStyleIdx="2" presStyleCnt="5"/>
      <dgm:spPr/>
    </dgm:pt>
    <dgm:pt modelId="{4B842B2A-30D9-42A7-8CDD-A72DC131402C}" type="pres">
      <dgm:prSet presAssocID="{54B3E689-AF79-4906-91E6-F080CC137C1B}" presName="vertSpace4" presStyleLbl="node1" presStyleIdx="2" presStyleCnt="5"/>
      <dgm:spPr/>
    </dgm:pt>
    <dgm:pt modelId="{2E1D008D-2720-4AED-86CC-BE56D820D916}" type="pres">
      <dgm:prSet presAssocID="{54B3E689-AF79-4906-91E6-F080CC137C1B}" presName="circle4" presStyleLbl="node1" presStyleIdx="3" presStyleCnt="5"/>
      <dgm:spPr/>
    </dgm:pt>
    <dgm:pt modelId="{E8BEA299-2DCF-4D67-82F5-1A747891048B}" type="pres">
      <dgm:prSet presAssocID="{54B3E689-AF79-4906-91E6-F080CC137C1B}" presName="rect4" presStyleLbl="alignAcc1" presStyleIdx="3" presStyleCnt="5"/>
      <dgm:spPr/>
    </dgm:pt>
    <dgm:pt modelId="{03C33C49-1649-431B-99F6-2E3D625E0EA7}" type="pres">
      <dgm:prSet presAssocID="{F1D055D5-1125-456A-9808-272FCBC02FF2}" presName="vertSpace5" presStyleLbl="node1" presStyleIdx="3" presStyleCnt="5"/>
      <dgm:spPr/>
    </dgm:pt>
    <dgm:pt modelId="{A39F8C71-B70B-43C8-87E8-A030B3EAB00F}" type="pres">
      <dgm:prSet presAssocID="{F1D055D5-1125-456A-9808-272FCBC02FF2}" presName="circle5" presStyleLbl="node1" presStyleIdx="4" presStyleCnt="5"/>
      <dgm:spPr/>
    </dgm:pt>
    <dgm:pt modelId="{88FBD7F3-E59E-4068-9B31-C67A48E93AB0}" type="pres">
      <dgm:prSet presAssocID="{F1D055D5-1125-456A-9808-272FCBC02FF2}" presName="rect5" presStyleLbl="alignAcc1" presStyleIdx="4" presStyleCnt="5"/>
      <dgm:spPr/>
    </dgm:pt>
    <dgm:pt modelId="{FAAEC62A-615B-4DF3-AF47-5E1425C2ADE1}" type="pres">
      <dgm:prSet presAssocID="{28EE7FBF-1B5F-467C-BAD1-EABC9AE77B28}" presName="rect1ParTx" presStyleLbl="alignAcc1" presStyleIdx="4" presStyleCnt="5">
        <dgm:presLayoutVars>
          <dgm:chMax val="1"/>
          <dgm:bulletEnabled val="1"/>
        </dgm:presLayoutVars>
      </dgm:prSet>
      <dgm:spPr/>
    </dgm:pt>
    <dgm:pt modelId="{D1437921-00C6-4568-84AB-7FC76573384F}" type="pres">
      <dgm:prSet presAssocID="{28EE7FBF-1B5F-467C-BAD1-EABC9AE77B28}" presName="rect1ChTx" presStyleLbl="alignAcc1" presStyleIdx="4" presStyleCnt="5">
        <dgm:presLayoutVars>
          <dgm:bulletEnabled val="1"/>
        </dgm:presLayoutVars>
      </dgm:prSet>
      <dgm:spPr/>
    </dgm:pt>
    <dgm:pt modelId="{EF21E6AD-251E-4731-A7DB-BB3696B75589}" type="pres">
      <dgm:prSet presAssocID="{03C02C10-1DFB-44D4-9BCC-8F27E590D0E3}" presName="rect2ParTx" presStyleLbl="alignAcc1" presStyleIdx="4" presStyleCnt="5">
        <dgm:presLayoutVars>
          <dgm:chMax val="1"/>
          <dgm:bulletEnabled val="1"/>
        </dgm:presLayoutVars>
      </dgm:prSet>
      <dgm:spPr/>
    </dgm:pt>
    <dgm:pt modelId="{EA4E7093-1175-4EDA-9007-128BACFCA489}" type="pres">
      <dgm:prSet presAssocID="{03C02C10-1DFB-44D4-9BCC-8F27E590D0E3}" presName="rect2ChTx" presStyleLbl="alignAcc1" presStyleIdx="4" presStyleCnt="5">
        <dgm:presLayoutVars>
          <dgm:bulletEnabled val="1"/>
        </dgm:presLayoutVars>
      </dgm:prSet>
      <dgm:spPr/>
    </dgm:pt>
    <dgm:pt modelId="{2A82BF78-6BD2-4040-8400-9E55F0BB8BF7}" type="pres">
      <dgm:prSet presAssocID="{677549D9-3233-464A-A64E-52DAD629E67C}" presName="rect3ParTx" presStyleLbl="alignAcc1" presStyleIdx="4" presStyleCnt="5">
        <dgm:presLayoutVars>
          <dgm:chMax val="1"/>
          <dgm:bulletEnabled val="1"/>
        </dgm:presLayoutVars>
      </dgm:prSet>
      <dgm:spPr/>
    </dgm:pt>
    <dgm:pt modelId="{791233FD-AED4-4365-9AD5-3A8196CC52F1}" type="pres">
      <dgm:prSet presAssocID="{677549D9-3233-464A-A64E-52DAD629E67C}" presName="rect3ChTx" presStyleLbl="alignAcc1" presStyleIdx="4" presStyleCnt="5">
        <dgm:presLayoutVars>
          <dgm:bulletEnabled val="1"/>
        </dgm:presLayoutVars>
      </dgm:prSet>
      <dgm:spPr/>
    </dgm:pt>
    <dgm:pt modelId="{8EF0425D-D178-49ED-868F-9222733DEC97}" type="pres">
      <dgm:prSet presAssocID="{54B3E689-AF79-4906-91E6-F080CC137C1B}" presName="rect4ParTx" presStyleLbl="alignAcc1" presStyleIdx="4" presStyleCnt="5">
        <dgm:presLayoutVars>
          <dgm:chMax val="1"/>
          <dgm:bulletEnabled val="1"/>
        </dgm:presLayoutVars>
      </dgm:prSet>
      <dgm:spPr/>
    </dgm:pt>
    <dgm:pt modelId="{678B51DD-0EAD-4C47-AD00-C35FA7AA63FB}" type="pres">
      <dgm:prSet presAssocID="{54B3E689-AF79-4906-91E6-F080CC137C1B}" presName="rect4ChTx" presStyleLbl="alignAcc1" presStyleIdx="4" presStyleCnt="5">
        <dgm:presLayoutVars>
          <dgm:bulletEnabled val="1"/>
        </dgm:presLayoutVars>
      </dgm:prSet>
      <dgm:spPr/>
    </dgm:pt>
    <dgm:pt modelId="{A171580E-5172-4F34-AEED-771E6B01331B}" type="pres">
      <dgm:prSet presAssocID="{F1D055D5-1125-456A-9808-272FCBC02FF2}" presName="rect5ParTx" presStyleLbl="alignAcc1" presStyleIdx="4" presStyleCnt="5">
        <dgm:presLayoutVars>
          <dgm:chMax val="1"/>
          <dgm:bulletEnabled val="1"/>
        </dgm:presLayoutVars>
      </dgm:prSet>
      <dgm:spPr/>
    </dgm:pt>
    <dgm:pt modelId="{1423DB43-802C-4285-8768-414B58F7C34C}" type="pres">
      <dgm:prSet presAssocID="{F1D055D5-1125-456A-9808-272FCBC02FF2}" presName="rect5ChTx" presStyleLbl="alignAcc1" presStyleIdx="4" presStyleCnt="5">
        <dgm:presLayoutVars>
          <dgm:bulletEnabled val="1"/>
        </dgm:presLayoutVars>
      </dgm:prSet>
      <dgm:spPr/>
    </dgm:pt>
  </dgm:ptLst>
  <dgm:cxnLst>
    <dgm:cxn modelId="{E369E40F-0430-4DA3-8797-CD2229831D5D}" type="presOf" srcId="{F1D055D5-1125-456A-9808-272FCBC02FF2}" destId="{A171580E-5172-4F34-AEED-771E6B01331B}" srcOrd="1" destOrd="0" presId="urn:microsoft.com/office/officeart/2005/8/layout/target3"/>
    <dgm:cxn modelId="{747A5711-7516-4ECE-B5AA-A7D24F280714}" type="presOf" srcId="{03C02C10-1DFB-44D4-9BCC-8F27E590D0E3}" destId="{2447EAD4-F4BE-4E61-88F1-90F8C10B7F7C}" srcOrd="0" destOrd="0" presId="urn:microsoft.com/office/officeart/2005/8/layout/target3"/>
    <dgm:cxn modelId="{3452E219-F092-43AC-AD28-EC5F635E2436}" type="presOf" srcId="{D88DCBB1-74FF-4A98-8BC2-CBD20D6ED6B5}" destId="{1423DB43-802C-4285-8768-414B58F7C34C}" srcOrd="0" destOrd="0" presId="urn:microsoft.com/office/officeart/2005/8/layout/target3"/>
    <dgm:cxn modelId="{C1A56029-E385-4745-A6D6-6AA671E8F535}" type="presOf" srcId="{54B3E689-AF79-4906-91E6-F080CC137C1B}" destId="{E8BEA299-2DCF-4D67-82F5-1A747891048B}" srcOrd="0" destOrd="0" presId="urn:microsoft.com/office/officeart/2005/8/layout/target3"/>
    <dgm:cxn modelId="{1FF15730-E568-4A56-BA72-3F9DD7EED060}" type="presOf" srcId="{51824044-35A2-4BE1-9954-4EE7354D3B7F}" destId="{1423DB43-802C-4285-8768-414B58F7C34C}" srcOrd="0" destOrd="1" presId="urn:microsoft.com/office/officeart/2005/8/layout/target3"/>
    <dgm:cxn modelId="{E9833C3E-2AA0-4009-B7D0-B41541462787}" srcId="{54B3E689-AF79-4906-91E6-F080CC137C1B}" destId="{499B6F9B-6435-4D2F-B34C-76BFA7A3860E}" srcOrd="0" destOrd="0" parTransId="{F7A32254-9D88-4E3B-BE9F-DEA8EE30270F}" sibTransId="{B8E6F854-A9CB-45B6-9888-C24E94654F3D}"/>
    <dgm:cxn modelId="{9662DB42-B150-423E-9D2C-0CEBAB0F3865}" type="presOf" srcId="{28EE7FBF-1B5F-467C-BAD1-EABC9AE77B28}" destId="{D4D8CE07-B592-46F5-B1A2-97DD1832887E}" srcOrd="0" destOrd="0" presId="urn:microsoft.com/office/officeart/2005/8/layout/target3"/>
    <dgm:cxn modelId="{5E6AB363-A7C7-4788-BD6C-EBE7E47A5022}" srcId="{B53EC576-3972-43DB-B6F3-0A19BD12F41F}" destId="{54B3E689-AF79-4906-91E6-F080CC137C1B}" srcOrd="3" destOrd="0" parTransId="{820319B2-DA83-4E88-8595-9869269A5AF7}" sibTransId="{21184C41-1108-49EB-A95C-158A97C41317}"/>
    <dgm:cxn modelId="{66F09D6A-E5C0-4011-BD49-2613A2F7AC45}" srcId="{28EE7FBF-1B5F-467C-BAD1-EABC9AE77B28}" destId="{A58A6FE2-2E52-491A-B138-CE7E31B602D7}" srcOrd="0" destOrd="0" parTransId="{40C9F04D-9AEE-4A5C-8345-73D32B0C1643}" sibTransId="{D167D78C-EC0C-4361-8F7C-291D24AECBEC}"/>
    <dgm:cxn modelId="{0652C84B-EA77-403B-B89E-82CE9AD744B6}" srcId="{677549D9-3233-464A-A64E-52DAD629E67C}" destId="{F0CAABFD-7B42-446D-91FE-5DFF170C5FD5}" srcOrd="0" destOrd="0" parTransId="{1DEE8236-A4E7-4E8D-BC54-9BFCB0A412FF}" sibTransId="{CDE5F1E8-ADBC-47EB-B737-8C6AB9BF60AD}"/>
    <dgm:cxn modelId="{AE0B3070-09A1-4D60-9037-DAEA9390526E}" type="presOf" srcId="{677549D9-3233-464A-A64E-52DAD629E67C}" destId="{595927F8-6561-4B6A-9C5E-A3D244ADF6BE}" srcOrd="0" destOrd="0" presId="urn:microsoft.com/office/officeart/2005/8/layout/target3"/>
    <dgm:cxn modelId="{80341B77-8A09-44DB-B48E-DB03B0FCE44B}" srcId="{B53EC576-3972-43DB-B6F3-0A19BD12F41F}" destId="{03C02C10-1DFB-44D4-9BCC-8F27E590D0E3}" srcOrd="1" destOrd="0" parTransId="{FE034CD3-F3B0-4E56-BEEE-C42AED0466CE}" sibTransId="{53646EE1-17DF-4872-A415-DBCF05E2141E}"/>
    <dgm:cxn modelId="{1140495A-9D20-4C0C-B27E-C10713AD20F1}" type="presOf" srcId="{499B6F9B-6435-4D2F-B34C-76BFA7A3860E}" destId="{678B51DD-0EAD-4C47-AD00-C35FA7AA63FB}" srcOrd="0" destOrd="0" presId="urn:microsoft.com/office/officeart/2005/8/layout/target3"/>
    <dgm:cxn modelId="{1C277289-1C25-4E66-94A5-1723D9217988}" srcId="{B53EC576-3972-43DB-B6F3-0A19BD12F41F}" destId="{28EE7FBF-1B5F-467C-BAD1-EABC9AE77B28}" srcOrd="0" destOrd="0" parTransId="{C0CB9F64-0D73-482D-8A76-BB2030E8B21D}" sibTransId="{115519F7-E993-4BCE-8A4D-73F6B1ECBD61}"/>
    <dgm:cxn modelId="{D0B0299A-99B7-42DB-8B67-BD2FB9284C99}" type="presOf" srcId="{F0CAABFD-7B42-446D-91FE-5DFF170C5FD5}" destId="{791233FD-AED4-4365-9AD5-3A8196CC52F1}" srcOrd="0" destOrd="0" presId="urn:microsoft.com/office/officeart/2005/8/layout/target3"/>
    <dgm:cxn modelId="{ADAE2DA1-1E7F-4209-BE8D-07B131CCA394}" srcId="{F1D055D5-1125-456A-9808-272FCBC02FF2}" destId="{D88DCBB1-74FF-4A98-8BC2-CBD20D6ED6B5}" srcOrd="0" destOrd="0" parTransId="{4B63D6C3-4B0F-4FB9-BCA9-0550637DE69A}" sibTransId="{D570C3A9-098E-484B-BC68-E99327B428CC}"/>
    <dgm:cxn modelId="{6BC4EBB5-FCF6-43A5-9D68-9E9188829EAB}" srcId="{F1D055D5-1125-456A-9808-272FCBC02FF2}" destId="{51824044-35A2-4BE1-9954-4EE7354D3B7F}" srcOrd="1" destOrd="0" parTransId="{B8A80F41-56BA-49CB-B03C-64664A811106}" sibTransId="{04724311-976D-4E05-9F03-18241565C5DB}"/>
    <dgm:cxn modelId="{C123B8BE-96E5-4B89-B11E-B12D222E9833}" type="presOf" srcId="{54B3E689-AF79-4906-91E6-F080CC137C1B}" destId="{8EF0425D-D178-49ED-868F-9222733DEC97}" srcOrd="1" destOrd="0" presId="urn:microsoft.com/office/officeart/2005/8/layout/target3"/>
    <dgm:cxn modelId="{CB5672C4-1D47-4468-B1E5-C0C107B88092}" type="presOf" srcId="{28EE7FBF-1B5F-467C-BAD1-EABC9AE77B28}" destId="{FAAEC62A-615B-4DF3-AF47-5E1425C2ADE1}" srcOrd="1" destOrd="0" presId="urn:microsoft.com/office/officeart/2005/8/layout/target3"/>
    <dgm:cxn modelId="{72906FC6-4F74-4E0E-8A1F-DEAA06094CDD}" type="presOf" srcId="{A58A6FE2-2E52-491A-B138-CE7E31B602D7}" destId="{D1437921-00C6-4568-84AB-7FC76573384F}" srcOrd="0" destOrd="0" presId="urn:microsoft.com/office/officeart/2005/8/layout/target3"/>
    <dgm:cxn modelId="{ABD138CB-913B-4D8E-8C0A-BFF2101A63A4}" type="presOf" srcId="{03C02C10-1DFB-44D4-9BCC-8F27E590D0E3}" destId="{EF21E6AD-251E-4731-A7DB-BB3696B75589}" srcOrd="1" destOrd="0" presId="urn:microsoft.com/office/officeart/2005/8/layout/target3"/>
    <dgm:cxn modelId="{099EE0D2-BD05-4661-93C4-B3EF9F49647B}" srcId="{B53EC576-3972-43DB-B6F3-0A19BD12F41F}" destId="{F1D055D5-1125-456A-9808-272FCBC02FF2}" srcOrd="4" destOrd="0" parTransId="{0D77D86F-BCBB-425C-959A-3D8602502EDE}" sibTransId="{1958AC4D-C93B-4949-A5C9-417E150DC0B7}"/>
    <dgm:cxn modelId="{26034CE2-27B4-4D8A-BADA-06AA235A6534}" srcId="{28EE7FBF-1B5F-467C-BAD1-EABC9AE77B28}" destId="{5191C0C9-AFBB-4B35-8D5B-FAAE62701E4E}" srcOrd="1" destOrd="0" parTransId="{61F3A731-5B91-4CCF-B8C6-E7F2CD1A51C1}" sibTransId="{7A1C79AD-0695-4DA0-A47B-FCED1DF03957}"/>
    <dgm:cxn modelId="{A966B9E7-58D1-498B-BC4F-1B37B4519D0B}" type="presOf" srcId="{F1D055D5-1125-456A-9808-272FCBC02FF2}" destId="{88FBD7F3-E59E-4068-9B31-C67A48E93AB0}" srcOrd="0" destOrd="0" presId="urn:microsoft.com/office/officeart/2005/8/layout/target3"/>
    <dgm:cxn modelId="{4405F1F1-9F40-4E02-8C78-32C00A38615A}" type="presOf" srcId="{B53EC576-3972-43DB-B6F3-0A19BD12F41F}" destId="{98898F83-2242-4F1D-8105-BE98F290628B}" srcOrd="0" destOrd="0" presId="urn:microsoft.com/office/officeart/2005/8/layout/target3"/>
    <dgm:cxn modelId="{E1856DF2-1EB0-467E-A93E-641CCD019C87}" type="presOf" srcId="{677549D9-3233-464A-A64E-52DAD629E67C}" destId="{2A82BF78-6BD2-4040-8400-9E55F0BB8BF7}" srcOrd="1" destOrd="0" presId="urn:microsoft.com/office/officeart/2005/8/layout/target3"/>
    <dgm:cxn modelId="{65DEF9FD-0153-4CD4-AE93-3F0FB19D34E4}" srcId="{B53EC576-3972-43DB-B6F3-0A19BD12F41F}" destId="{677549D9-3233-464A-A64E-52DAD629E67C}" srcOrd="2" destOrd="0" parTransId="{791557DC-3B23-42E6-AD47-90DD6B0500B6}" sibTransId="{9152FD18-AA7B-47AF-B3F1-EE5210F9A1F7}"/>
    <dgm:cxn modelId="{603C33FF-4D48-469A-BF2E-08A5B82774E7}" type="presOf" srcId="{5191C0C9-AFBB-4B35-8D5B-FAAE62701E4E}" destId="{D1437921-00C6-4568-84AB-7FC76573384F}" srcOrd="0" destOrd="1" presId="urn:microsoft.com/office/officeart/2005/8/layout/target3"/>
    <dgm:cxn modelId="{2A648481-D32A-4BD0-95AD-04517599D28D}" type="presParOf" srcId="{98898F83-2242-4F1D-8105-BE98F290628B}" destId="{F9501293-8029-48D2-84B3-228EF11764E1}" srcOrd="0" destOrd="0" presId="urn:microsoft.com/office/officeart/2005/8/layout/target3"/>
    <dgm:cxn modelId="{326F17A0-A849-47B1-A85B-ECEA83C8B590}" type="presParOf" srcId="{98898F83-2242-4F1D-8105-BE98F290628B}" destId="{62D4E0B4-B68C-4F1F-91F6-1A33BE15DDA1}" srcOrd="1" destOrd="0" presId="urn:microsoft.com/office/officeart/2005/8/layout/target3"/>
    <dgm:cxn modelId="{A67AB271-4525-4D7A-BAA8-A12EF632607B}" type="presParOf" srcId="{98898F83-2242-4F1D-8105-BE98F290628B}" destId="{D4D8CE07-B592-46F5-B1A2-97DD1832887E}" srcOrd="2" destOrd="0" presId="urn:microsoft.com/office/officeart/2005/8/layout/target3"/>
    <dgm:cxn modelId="{90DE18CE-0988-41E9-9950-AC41FBE5C285}" type="presParOf" srcId="{98898F83-2242-4F1D-8105-BE98F290628B}" destId="{6662C57D-3950-49D1-826C-F08EF80BC2BA}" srcOrd="3" destOrd="0" presId="urn:microsoft.com/office/officeart/2005/8/layout/target3"/>
    <dgm:cxn modelId="{E954BFAB-A395-4982-B2E6-9B8C2F3C384D}" type="presParOf" srcId="{98898F83-2242-4F1D-8105-BE98F290628B}" destId="{64B0604D-C371-4D26-BC83-11EC44528E04}" srcOrd="4" destOrd="0" presId="urn:microsoft.com/office/officeart/2005/8/layout/target3"/>
    <dgm:cxn modelId="{B3CCF053-A95F-43FB-A9CD-5066189BDF52}" type="presParOf" srcId="{98898F83-2242-4F1D-8105-BE98F290628B}" destId="{2447EAD4-F4BE-4E61-88F1-90F8C10B7F7C}" srcOrd="5" destOrd="0" presId="urn:microsoft.com/office/officeart/2005/8/layout/target3"/>
    <dgm:cxn modelId="{D2D6E27B-693D-41F7-B07C-82C03FFB6737}" type="presParOf" srcId="{98898F83-2242-4F1D-8105-BE98F290628B}" destId="{4391162A-AB3D-488B-9435-02E431F8F1D4}" srcOrd="6" destOrd="0" presId="urn:microsoft.com/office/officeart/2005/8/layout/target3"/>
    <dgm:cxn modelId="{AEED743F-81F2-40B3-BC79-56CCBAB6331A}" type="presParOf" srcId="{98898F83-2242-4F1D-8105-BE98F290628B}" destId="{D675E0A9-53AA-4B93-A5F2-8B5F431E2F69}" srcOrd="7" destOrd="0" presId="urn:microsoft.com/office/officeart/2005/8/layout/target3"/>
    <dgm:cxn modelId="{9363DDFE-2AF2-4F89-B6B0-C0CF5686C0F9}" type="presParOf" srcId="{98898F83-2242-4F1D-8105-BE98F290628B}" destId="{595927F8-6561-4B6A-9C5E-A3D244ADF6BE}" srcOrd="8" destOrd="0" presId="urn:microsoft.com/office/officeart/2005/8/layout/target3"/>
    <dgm:cxn modelId="{720B481F-D724-4071-9B09-3A55941B6777}" type="presParOf" srcId="{98898F83-2242-4F1D-8105-BE98F290628B}" destId="{4B842B2A-30D9-42A7-8CDD-A72DC131402C}" srcOrd="9" destOrd="0" presId="urn:microsoft.com/office/officeart/2005/8/layout/target3"/>
    <dgm:cxn modelId="{EA5088D5-618C-481A-BF71-F978BE953F03}" type="presParOf" srcId="{98898F83-2242-4F1D-8105-BE98F290628B}" destId="{2E1D008D-2720-4AED-86CC-BE56D820D916}" srcOrd="10" destOrd="0" presId="urn:microsoft.com/office/officeart/2005/8/layout/target3"/>
    <dgm:cxn modelId="{96439E19-B1E7-4E7C-89B2-674A1A9D5224}" type="presParOf" srcId="{98898F83-2242-4F1D-8105-BE98F290628B}" destId="{E8BEA299-2DCF-4D67-82F5-1A747891048B}" srcOrd="11" destOrd="0" presId="urn:microsoft.com/office/officeart/2005/8/layout/target3"/>
    <dgm:cxn modelId="{FE3D86D0-F66D-4141-9934-2A7A934A37AD}" type="presParOf" srcId="{98898F83-2242-4F1D-8105-BE98F290628B}" destId="{03C33C49-1649-431B-99F6-2E3D625E0EA7}" srcOrd="12" destOrd="0" presId="urn:microsoft.com/office/officeart/2005/8/layout/target3"/>
    <dgm:cxn modelId="{8162DA18-14D8-464C-9A75-8736F8BA9521}" type="presParOf" srcId="{98898F83-2242-4F1D-8105-BE98F290628B}" destId="{A39F8C71-B70B-43C8-87E8-A030B3EAB00F}" srcOrd="13" destOrd="0" presId="urn:microsoft.com/office/officeart/2005/8/layout/target3"/>
    <dgm:cxn modelId="{74E53CF9-9D1C-4964-8499-3EB20D35C7B2}" type="presParOf" srcId="{98898F83-2242-4F1D-8105-BE98F290628B}" destId="{88FBD7F3-E59E-4068-9B31-C67A48E93AB0}" srcOrd="14" destOrd="0" presId="urn:microsoft.com/office/officeart/2005/8/layout/target3"/>
    <dgm:cxn modelId="{19F18065-9794-4F02-BF25-EC9605EB61EF}" type="presParOf" srcId="{98898F83-2242-4F1D-8105-BE98F290628B}" destId="{FAAEC62A-615B-4DF3-AF47-5E1425C2ADE1}" srcOrd="15" destOrd="0" presId="urn:microsoft.com/office/officeart/2005/8/layout/target3"/>
    <dgm:cxn modelId="{E318262B-6F19-44FB-9955-E9B9CFF67708}" type="presParOf" srcId="{98898F83-2242-4F1D-8105-BE98F290628B}" destId="{D1437921-00C6-4568-84AB-7FC76573384F}" srcOrd="16" destOrd="0" presId="urn:microsoft.com/office/officeart/2005/8/layout/target3"/>
    <dgm:cxn modelId="{2F1CAC9D-7064-49C9-8E15-63597D3886A2}" type="presParOf" srcId="{98898F83-2242-4F1D-8105-BE98F290628B}" destId="{EF21E6AD-251E-4731-A7DB-BB3696B75589}" srcOrd="17" destOrd="0" presId="urn:microsoft.com/office/officeart/2005/8/layout/target3"/>
    <dgm:cxn modelId="{28008DEC-2E28-474E-B14B-969474374FCE}" type="presParOf" srcId="{98898F83-2242-4F1D-8105-BE98F290628B}" destId="{EA4E7093-1175-4EDA-9007-128BACFCA489}" srcOrd="18" destOrd="0" presId="urn:microsoft.com/office/officeart/2005/8/layout/target3"/>
    <dgm:cxn modelId="{95A89362-A006-4CFD-A232-56FCF9F805DB}" type="presParOf" srcId="{98898F83-2242-4F1D-8105-BE98F290628B}" destId="{2A82BF78-6BD2-4040-8400-9E55F0BB8BF7}" srcOrd="19" destOrd="0" presId="urn:microsoft.com/office/officeart/2005/8/layout/target3"/>
    <dgm:cxn modelId="{7F03D36E-CD17-4027-B11D-1A296CFB9A66}" type="presParOf" srcId="{98898F83-2242-4F1D-8105-BE98F290628B}" destId="{791233FD-AED4-4365-9AD5-3A8196CC52F1}" srcOrd="20" destOrd="0" presId="urn:microsoft.com/office/officeart/2005/8/layout/target3"/>
    <dgm:cxn modelId="{07548D94-64B5-4758-9D07-71CD6676537E}" type="presParOf" srcId="{98898F83-2242-4F1D-8105-BE98F290628B}" destId="{8EF0425D-D178-49ED-868F-9222733DEC97}" srcOrd="21" destOrd="0" presId="urn:microsoft.com/office/officeart/2005/8/layout/target3"/>
    <dgm:cxn modelId="{3BC8E58D-F770-44FD-ACE8-4BE3753E1381}" type="presParOf" srcId="{98898F83-2242-4F1D-8105-BE98F290628B}" destId="{678B51DD-0EAD-4C47-AD00-C35FA7AA63FB}" srcOrd="22" destOrd="0" presId="urn:microsoft.com/office/officeart/2005/8/layout/target3"/>
    <dgm:cxn modelId="{9820EFF3-34A6-46C8-B82B-11FD20801362}" type="presParOf" srcId="{98898F83-2242-4F1D-8105-BE98F290628B}" destId="{A171580E-5172-4F34-AEED-771E6B01331B}" srcOrd="23" destOrd="0" presId="urn:microsoft.com/office/officeart/2005/8/layout/target3"/>
    <dgm:cxn modelId="{160EED95-4196-4B91-A21C-0D20B31A2042}" type="presParOf" srcId="{98898F83-2242-4F1D-8105-BE98F290628B}" destId="{1423DB43-802C-4285-8768-414B58F7C34C}" srcOrd="2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9F4D5A-5D04-4593-A413-175D8888B47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02269-4487-4627-B9F0-B140DAD11B2F}">
      <dgm:prSet phldrT="[Text]" phldr="0"/>
      <dgm:spPr/>
      <dgm:t>
        <a:bodyPr/>
        <a:lstStyle/>
        <a:p>
          <a:r>
            <a:rPr lang="en-GB" noProof="0" dirty="0"/>
            <a:t>Infrastructure complexity</a:t>
          </a:r>
        </a:p>
      </dgm:t>
    </dgm:pt>
    <dgm:pt modelId="{917821F4-62C2-452F-811F-D885303DFEAD}" type="parTrans" cxnId="{25A759E2-DB8A-4B6F-AFAE-53A66EB9DAE3}">
      <dgm:prSet/>
      <dgm:spPr/>
      <dgm:t>
        <a:bodyPr/>
        <a:lstStyle/>
        <a:p>
          <a:endParaRPr lang="en-US"/>
        </a:p>
      </dgm:t>
    </dgm:pt>
    <dgm:pt modelId="{0A6EEF58-4A6C-490A-AC42-D079B0BD7E07}" type="sibTrans" cxnId="{25A759E2-DB8A-4B6F-AFAE-53A66EB9DAE3}">
      <dgm:prSet/>
      <dgm:spPr/>
      <dgm:t>
        <a:bodyPr/>
        <a:lstStyle/>
        <a:p>
          <a:endParaRPr lang="en-US"/>
        </a:p>
      </dgm:t>
    </dgm:pt>
    <dgm:pt modelId="{DD2E6E40-A0DE-4655-9DAE-B46EF1500616}">
      <dgm:prSet phldrT="[Text]" phldr="0"/>
      <dgm:spPr/>
      <dgm:t>
        <a:bodyPr/>
        <a:lstStyle/>
        <a:p>
          <a:r>
            <a:rPr lang="en-GB" noProof="0" dirty="0"/>
            <a:t>SonarQube/CI coverage bug</a:t>
          </a:r>
        </a:p>
      </dgm:t>
    </dgm:pt>
    <dgm:pt modelId="{2564300B-20D1-49A2-97FD-AF778662E43C}" type="parTrans" cxnId="{25D689E3-422F-4E8F-B0C9-518CF3CE897B}">
      <dgm:prSet/>
      <dgm:spPr/>
      <dgm:t>
        <a:bodyPr/>
        <a:lstStyle/>
        <a:p>
          <a:endParaRPr lang="en-US"/>
        </a:p>
      </dgm:t>
    </dgm:pt>
    <dgm:pt modelId="{51FE874D-73AF-440E-B1A2-548CC2F0B39A}" type="sibTrans" cxnId="{25D689E3-422F-4E8F-B0C9-518CF3CE897B}">
      <dgm:prSet/>
      <dgm:spPr/>
      <dgm:t>
        <a:bodyPr/>
        <a:lstStyle/>
        <a:p>
          <a:endParaRPr lang="en-US"/>
        </a:p>
      </dgm:t>
    </dgm:pt>
    <dgm:pt modelId="{3E3D1BD7-756B-41ED-B549-7A08DB479E60}">
      <dgm:prSet phldrT="[Text]" phldr="0"/>
      <dgm:spPr/>
      <dgm:t>
        <a:bodyPr/>
        <a:lstStyle/>
        <a:p>
          <a:r>
            <a:rPr lang="en-GB" noProof="0" dirty="0"/>
            <a:t>Document upload technical debt</a:t>
          </a:r>
        </a:p>
      </dgm:t>
    </dgm:pt>
    <dgm:pt modelId="{031A1ADA-F78A-4DD3-AB97-DFE581204E13}" type="parTrans" cxnId="{1A2A371E-40B8-442A-BD36-8BDD3B8FA79B}">
      <dgm:prSet/>
      <dgm:spPr/>
      <dgm:t>
        <a:bodyPr/>
        <a:lstStyle/>
        <a:p>
          <a:endParaRPr lang="en-US"/>
        </a:p>
      </dgm:t>
    </dgm:pt>
    <dgm:pt modelId="{1F4EE463-7F6F-4A65-9C62-D9C78F9FBF73}" type="sibTrans" cxnId="{1A2A371E-40B8-442A-BD36-8BDD3B8FA79B}">
      <dgm:prSet/>
      <dgm:spPr/>
      <dgm:t>
        <a:bodyPr/>
        <a:lstStyle/>
        <a:p>
          <a:endParaRPr lang="en-US"/>
        </a:p>
      </dgm:t>
    </dgm:pt>
    <dgm:pt modelId="{C7A40F8E-5AFA-4AC8-91CE-E784846C913A}">
      <dgm:prSet phldrT="[Text]" phldr="0"/>
      <dgm:spPr/>
      <dgm:t>
        <a:bodyPr/>
        <a:lstStyle/>
        <a:p>
          <a:r>
            <a:rPr lang="en-GB" noProof="0" dirty="0"/>
            <a:t>Ory domain requirement</a:t>
          </a:r>
        </a:p>
      </dgm:t>
    </dgm:pt>
    <dgm:pt modelId="{B39352CE-BFFD-4113-B822-9F0CAACCACAC}" type="parTrans" cxnId="{1E6716E3-F075-4D55-A8AA-AE3EB07187DA}">
      <dgm:prSet/>
      <dgm:spPr/>
      <dgm:t>
        <a:bodyPr/>
        <a:lstStyle/>
        <a:p>
          <a:endParaRPr lang="en-US"/>
        </a:p>
      </dgm:t>
    </dgm:pt>
    <dgm:pt modelId="{24F62585-F21E-4FC4-B2AC-84C31CF81404}" type="sibTrans" cxnId="{1E6716E3-F075-4D55-A8AA-AE3EB07187DA}">
      <dgm:prSet/>
      <dgm:spPr/>
      <dgm:t>
        <a:bodyPr/>
        <a:lstStyle/>
        <a:p>
          <a:endParaRPr lang="en-US"/>
        </a:p>
      </dgm:t>
    </dgm:pt>
    <dgm:pt modelId="{DD6479EE-E3A8-49FB-831E-797E6D15C3C4}">
      <dgm:prSet phldrT="[Text]" phldr="0"/>
      <dgm:spPr/>
      <dgm:t>
        <a:bodyPr/>
        <a:lstStyle/>
        <a:p>
          <a:r>
            <a:rPr lang="en-GB" noProof="0" dirty="0"/>
            <a:t>Deciding which services to place behind Oathkeeper </a:t>
          </a:r>
        </a:p>
      </dgm:t>
    </dgm:pt>
    <dgm:pt modelId="{4339C2A5-782F-47A1-ABB2-20A57684A7C5}" type="parTrans" cxnId="{F3F4C3D1-DBFB-4700-A957-4C9E5D304B7B}">
      <dgm:prSet/>
      <dgm:spPr/>
      <dgm:t>
        <a:bodyPr/>
        <a:lstStyle/>
        <a:p>
          <a:endParaRPr lang="en-US"/>
        </a:p>
      </dgm:t>
    </dgm:pt>
    <dgm:pt modelId="{6BC4FEB5-53F0-48C5-87D6-81500C85054A}" type="sibTrans" cxnId="{F3F4C3D1-DBFB-4700-A957-4C9E5D304B7B}">
      <dgm:prSet/>
      <dgm:spPr/>
      <dgm:t>
        <a:bodyPr/>
        <a:lstStyle/>
        <a:p>
          <a:endParaRPr lang="en-US"/>
        </a:p>
      </dgm:t>
    </dgm:pt>
    <dgm:pt modelId="{52F9BD1D-C85D-44DF-A339-F744037C3DCD}">
      <dgm:prSet phldrT="[Text]" phldr="0"/>
      <dgm:spPr/>
      <dgm:t>
        <a:bodyPr/>
        <a:lstStyle/>
        <a:p>
          <a:r>
            <a:rPr lang="en-GB" noProof="0" dirty="0"/>
            <a:t>CI ran standard tests, not coverage-instrumented ones</a:t>
          </a:r>
        </a:p>
      </dgm:t>
    </dgm:pt>
    <dgm:pt modelId="{72179573-B944-40A6-A67F-423C0ACF3795}" type="parTrans" cxnId="{01D6C44F-DBD9-496F-92CD-09F59262C4FC}">
      <dgm:prSet/>
      <dgm:spPr/>
      <dgm:t>
        <a:bodyPr/>
        <a:lstStyle/>
        <a:p>
          <a:endParaRPr lang="en-US"/>
        </a:p>
      </dgm:t>
    </dgm:pt>
    <dgm:pt modelId="{D0F1416F-F111-4F42-819F-CB05FF58BC57}" type="sibTrans" cxnId="{01D6C44F-DBD9-496F-92CD-09F59262C4FC}">
      <dgm:prSet/>
      <dgm:spPr/>
      <dgm:t>
        <a:bodyPr/>
        <a:lstStyle/>
        <a:p>
          <a:endParaRPr lang="en-US"/>
        </a:p>
      </dgm:t>
    </dgm:pt>
    <dgm:pt modelId="{34F75096-0590-48BB-A4AE-E91B4AECBBF8}">
      <dgm:prSet phldrT="[Text]" phldr="0"/>
      <dgm:spPr/>
      <dgm:t>
        <a:bodyPr/>
        <a:lstStyle/>
        <a:p>
          <a:r>
            <a:rPr lang="en-GB" noProof="0" dirty="0"/>
            <a:t>No test coverage reached SonarQube</a:t>
          </a:r>
        </a:p>
      </dgm:t>
    </dgm:pt>
    <dgm:pt modelId="{796E99FA-F135-4E06-9356-8A6E6FE466AF}" type="parTrans" cxnId="{FF96C63C-6FB9-4D74-9E61-82936618FADE}">
      <dgm:prSet/>
      <dgm:spPr/>
      <dgm:t>
        <a:bodyPr/>
        <a:lstStyle/>
        <a:p>
          <a:endParaRPr lang="en-US"/>
        </a:p>
      </dgm:t>
    </dgm:pt>
    <dgm:pt modelId="{994BDFB8-5CCF-4DEE-8B1B-7558F680D48E}" type="sibTrans" cxnId="{FF96C63C-6FB9-4D74-9E61-82936618FADE}">
      <dgm:prSet/>
      <dgm:spPr/>
      <dgm:t>
        <a:bodyPr/>
        <a:lstStyle/>
        <a:p>
          <a:endParaRPr lang="en-US"/>
        </a:p>
      </dgm:t>
    </dgm:pt>
    <dgm:pt modelId="{8474D104-5A30-4276-AE76-68AAF0FE732D}">
      <dgm:prSet phldrT="[Text]" phldr="0"/>
      <dgm:spPr/>
      <dgm:t>
        <a:bodyPr/>
        <a:lstStyle/>
        <a:p>
          <a:r>
            <a:rPr lang="en-GB" noProof="0" dirty="0"/>
            <a:t>The uploads are routed through the backend.</a:t>
          </a:r>
        </a:p>
      </dgm:t>
    </dgm:pt>
    <dgm:pt modelId="{CBB47ADD-2388-40FE-A5D8-410231E9ABB7}" type="parTrans" cxnId="{6ED75E31-159D-4CAA-B36C-FFE106192EB8}">
      <dgm:prSet/>
      <dgm:spPr/>
      <dgm:t>
        <a:bodyPr/>
        <a:lstStyle/>
        <a:p>
          <a:endParaRPr lang="en-US"/>
        </a:p>
      </dgm:t>
    </dgm:pt>
    <dgm:pt modelId="{F0A92EF7-F5D9-4746-B133-51C084BF568E}" type="sibTrans" cxnId="{6ED75E31-159D-4CAA-B36C-FFE106192EB8}">
      <dgm:prSet/>
      <dgm:spPr/>
      <dgm:t>
        <a:bodyPr/>
        <a:lstStyle/>
        <a:p>
          <a:endParaRPr lang="en-US"/>
        </a:p>
      </dgm:t>
    </dgm:pt>
    <dgm:pt modelId="{5F3D8090-2076-499F-BD3F-984CCFB3B545}">
      <dgm:prSet phldrT="[Text]" phldr="0"/>
      <dgm:spPr/>
      <dgm:t>
        <a:bodyPr/>
        <a:lstStyle/>
        <a:p>
          <a:r>
            <a:rPr lang="en-GB" noProof="0" dirty="0"/>
            <a:t>Documented as future work.</a:t>
          </a:r>
        </a:p>
      </dgm:t>
    </dgm:pt>
    <dgm:pt modelId="{F6CD9BD0-1094-4E81-B7AA-E28A62380E9E}" type="parTrans" cxnId="{54B78B6E-915B-4A37-A468-B8F34E596EC2}">
      <dgm:prSet/>
      <dgm:spPr/>
      <dgm:t>
        <a:bodyPr/>
        <a:lstStyle/>
        <a:p>
          <a:endParaRPr lang="en-US"/>
        </a:p>
      </dgm:t>
    </dgm:pt>
    <dgm:pt modelId="{48723CC4-D9F6-4924-9A45-E42E0BDCE161}" type="sibTrans" cxnId="{54B78B6E-915B-4A37-A468-B8F34E596EC2}">
      <dgm:prSet/>
      <dgm:spPr/>
      <dgm:t>
        <a:bodyPr/>
        <a:lstStyle/>
        <a:p>
          <a:endParaRPr lang="en-US"/>
        </a:p>
      </dgm:t>
    </dgm:pt>
    <dgm:pt modelId="{A24B6CCA-3777-4BC4-AF75-6625AF653BD8}">
      <dgm:prSet phldrT="[Text]" phldr="0"/>
      <dgm:spPr/>
      <dgm:t>
        <a:bodyPr/>
        <a:lstStyle/>
        <a:p>
          <a:r>
            <a:rPr lang="en-GB" noProof="0" dirty="0"/>
            <a:t>Most of its features are built around cookies</a:t>
          </a:r>
        </a:p>
      </dgm:t>
    </dgm:pt>
    <dgm:pt modelId="{B9744E7C-6322-49F8-8F50-F784879EEC13}" type="parTrans" cxnId="{85C84A6D-64F9-4A40-B64D-4E64E460FE05}">
      <dgm:prSet/>
      <dgm:spPr/>
      <dgm:t>
        <a:bodyPr/>
        <a:lstStyle/>
        <a:p>
          <a:endParaRPr lang="en-US"/>
        </a:p>
      </dgm:t>
    </dgm:pt>
    <dgm:pt modelId="{92C4C925-7AD8-4116-8375-8A26EAF75122}" type="sibTrans" cxnId="{85C84A6D-64F9-4A40-B64D-4E64E460FE05}">
      <dgm:prSet/>
      <dgm:spPr/>
      <dgm:t>
        <a:bodyPr/>
        <a:lstStyle/>
        <a:p>
          <a:endParaRPr lang="en-US"/>
        </a:p>
      </dgm:t>
    </dgm:pt>
    <dgm:pt modelId="{94C7E633-A6BC-490B-8E51-9278F87E5C48}">
      <dgm:prSet phldrT="[Text]" phldr="0"/>
      <dgm:spPr/>
      <dgm:t>
        <a:bodyPr/>
        <a:lstStyle/>
        <a:p>
          <a:r>
            <a:rPr lang="en-GB" noProof="0" dirty="0"/>
            <a:t>Required domain purchase for deployment</a:t>
          </a:r>
        </a:p>
      </dgm:t>
    </dgm:pt>
    <dgm:pt modelId="{A3E4E05C-DBD6-4CC5-AE17-E52CAA2905C7}" type="parTrans" cxnId="{D77A9E7A-B789-4C5F-9078-2FC8BB56FE95}">
      <dgm:prSet/>
      <dgm:spPr/>
      <dgm:t>
        <a:bodyPr/>
        <a:lstStyle/>
        <a:p>
          <a:endParaRPr lang="en-US"/>
        </a:p>
      </dgm:t>
    </dgm:pt>
    <dgm:pt modelId="{D5282B4A-08F1-4AF7-B5C7-F40BFAA61A3B}" type="sibTrans" cxnId="{D77A9E7A-B789-4C5F-9078-2FC8BB56FE95}">
      <dgm:prSet/>
      <dgm:spPr/>
      <dgm:t>
        <a:bodyPr/>
        <a:lstStyle/>
        <a:p>
          <a:endParaRPr lang="en-US"/>
        </a:p>
      </dgm:t>
    </dgm:pt>
    <dgm:pt modelId="{49D20DD8-521F-4231-A1DA-86846147357D}">
      <dgm:prSet phldrT="[Text]" phldr="0"/>
      <dgm:spPr/>
      <dgm:t>
        <a:bodyPr/>
        <a:lstStyle/>
        <a:p>
          <a:r>
            <a:rPr lang="en-GB" noProof="0" dirty="0"/>
            <a:t>Typst nested-list compatibility</a:t>
          </a:r>
        </a:p>
      </dgm:t>
    </dgm:pt>
    <dgm:pt modelId="{4EAAD14D-AD38-493A-9FFE-20C73F1C5D9A}" type="parTrans" cxnId="{277F5A04-F22D-4234-8FFE-F968FAFA13E1}">
      <dgm:prSet/>
      <dgm:spPr/>
      <dgm:t>
        <a:bodyPr/>
        <a:lstStyle/>
        <a:p>
          <a:endParaRPr lang="en-US"/>
        </a:p>
      </dgm:t>
    </dgm:pt>
    <dgm:pt modelId="{2D0FB387-391E-43B9-A7A6-4BEF63E85062}" type="sibTrans" cxnId="{277F5A04-F22D-4234-8FFE-F968FAFA13E1}">
      <dgm:prSet/>
      <dgm:spPr/>
      <dgm:t>
        <a:bodyPr/>
        <a:lstStyle/>
        <a:p>
          <a:endParaRPr lang="en-US"/>
        </a:p>
      </dgm:t>
    </dgm:pt>
    <dgm:pt modelId="{2D82D5DC-F3FA-45F8-AA31-156E6CAD145D}">
      <dgm:prSet phldrT="[Text]" phldr="0"/>
      <dgm:spPr/>
      <dgm:t>
        <a:bodyPr/>
        <a:lstStyle/>
        <a:p>
          <a:r>
            <a:rPr lang="en-GB" noProof="0" dirty="0"/>
            <a:t>MinIO dependency went into maintenance mid-project, future work</a:t>
          </a:r>
        </a:p>
      </dgm:t>
    </dgm:pt>
    <dgm:pt modelId="{FDFE1EA9-06B9-478C-97DE-46DECEFAEA7F}" type="parTrans" cxnId="{016E1F44-8D2B-466F-82B5-7073CC67C2ED}">
      <dgm:prSet/>
      <dgm:spPr/>
      <dgm:t>
        <a:bodyPr/>
        <a:lstStyle/>
        <a:p>
          <a:endParaRPr lang="en-US"/>
        </a:p>
      </dgm:t>
    </dgm:pt>
    <dgm:pt modelId="{80607852-0298-4FC2-B4DB-16D054206637}" type="sibTrans" cxnId="{016E1F44-8D2B-466F-82B5-7073CC67C2ED}">
      <dgm:prSet/>
      <dgm:spPr/>
      <dgm:t>
        <a:bodyPr/>
        <a:lstStyle/>
        <a:p>
          <a:endParaRPr lang="en-US"/>
        </a:p>
      </dgm:t>
    </dgm:pt>
    <dgm:pt modelId="{54C63CE0-AF0F-4C34-A129-B86841B5EFAE}">
      <dgm:prSet phldrT="[Text]" phldr="0"/>
      <dgm:spPr/>
      <dgm:t>
        <a:bodyPr/>
        <a:lstStyle/>
        <a:p>
          <a:r>
            <a:rPr lang="en-GB" noProof="0" dirty="0"/>
            <a:t>Time constraints caused cut decisions</a:t>
          </a:r>
        </a:p>
      </dgm:t>
    </dgm:pt>
    <dgm:pt modelId="{E3FC816E-AC7F-4846-94EE-A205726BF843}" type="parTrans" cxnId="{A9591845-5133-430C-AAB3-DD8C5D777924}">
      <dgm:prSet/>
      <dgm:spPr/>
      <dgm:t>
        <a:bodyPr/>
        <a:lstStyle/>
        <a:p>
          <a:endParaRPr lang="en-US"/>
        </a:p>
      </dgm:t>
    </dgm:pt>
    <dgm:pt modelId="{C3C6F66C-F08F-42A7-8CBD-8FB46CE3A2F9}" type="sibTrans" cxnId="{A9591845-5133-430C-AAB3-DD8C5D777924}">
      <dgm:prSet/>
      <dgm:spPr/>
      <dgm:t>
        <a:bodyPr/>
        <a:lstStyle/>
        <a:p>
          <a:endParaRPr lang="en-US"/>
        </a:p>
      </dgm:t>
    </dgm:pt>
    <dgm:pt modelId="{17C4B07C-0B88-4596-9A25-5AF77D5F3627}">
      <dgm:prSet phldrT="[Text]" phldr="0"/>
      <dgm:spPr/>
      <dgm:t>
        <a:bodyPr/>
        <a:lstStyle/>
        <a:p>
          <a:r>
            <a:rPr lang="en-GB" noProof="0" dirty="0"/>
            <a:t>Other</a:t>
          </a:r>
        </a:p>
      </dgm:t>
    </dgm:pt>
    <dgm:pt modelId="{A55B4977-9705-42F6-9892-F340B8D7CB9A}" type="parTrans" cxnId="{9F7DD88C-E4FA-45F2-9ACC-854B26010E9E}">
      <dgm:prSet/>
      <dgm:spPr/>
      <dgm:t>
        <a:bodyPr/>
        <a:lstStyle/>
        <a:p>
          <a:endParaRPr lang="en-US"/>
        </a:p>
      </dgm:t>
    </dgm:pt>
    <dgm:pt modelId="{F1F11FC9-FCD4-48C3-A27C-3E8F40816C30}" type="sibTrans" cxnId="{9F7DD88C-E4FA-45F2-9ACC-854B26010E9E}">
      <dgm:prSet/>
      <dgm:spPr/>
      <dgm:t>
        <a:bodyPr/>
        <a:lstStyle/>
        <a:p>
          <a:endParaRPr lang="en-US"/>
        </a:p>
      </dgm:t>
    </dgm:pt>
    <dgm:pt modelId="{92DA9162-0CB2-4D97-B836-DFD7D217B0CA}">
      <dgm:prSet phldrT="[Text]" phldr="0"/>
      <dgm:spPr/>
      <dgm:t>
        <a:bodyPr/>
        <a:lstStyle/>
        <a:p>
          <a:r>
            <a:rPr lang="en-GB" noProof="0" dirty="0"/>
            <a:t>Plugin was used to avoid switching technologies</a:t>
          </a:r>
        </a:p>
      </dgm:t>
    </dgm:pt>
    <dgm:pt modelId="{6E8E17CC-77E2-4488-B6A7-149EC4F297D4}" type="parTrans" cxnId="{95D9C4AE-93BC-4FB7-A492-2FA4DAFEA943}">
      <dgm:prSet/>
      <dgm:spPr/>
      <dgm:t>
        <a:bodyPr/>
        <a:lstStyle/>
        <a:p>
          <a:endParaRPr lang="en-US"/>
        </a:p>
      </dgm:t>
    </dgm:pt>
    <dgm:pt modelId="{AE0FA3DD-709A-49BB-81B7-63DEA678B69F}" type="sibTrans" cxnId="{95D9C4AE-93BC-4FB7-A492-2FA4DAFEA943}">
      <dgm:prSet/>
      <dgm:spPr/>
      <dgm:t>
        <a:bodyPr/>
        <a:lstStyle/>
        <a:p>
          <a:endParaRPr lang="en-US"/>
        </a:p>
      </dgm:t>
    </dgm:pt>
    <dgm:pt modelId="{AAAFFBA0-8189-4BE1-9004-BEABAF989493}" type="pres">
      <dgm:prSet presAssocID="{2E9F4D5A-5D04-4593-A413-175D8888B476}" presName="diagram" presStyleCnt="0">
        <dgm:presLayoutVars>
          <dgm:dir/>
          <dgm:resizeHandles val="exact"/>
        </dgm:presLayoutVars>
      </dgm:prSet>
      <dgm:spPr/>
    </dgm:pt>
    <dgm:pt modelId="{26C367EF-798A-4199-8D74-C19F23FCC1BC}" type="pres">
      <dgm:prSet presAssocID="{39F02269-4487-4627-B9F0-B140DAD11B2F}" presName="node" presStyleLbl="node1" presStyleIdx="0" presStyleCnt="6">
        <dgm:presLayoutVars>
          <dgm:bulletEnabled val="1"/>
        </dgm:presLayoutVars>
      </dgm:prSet>
      <dgm:spPr/>
    </dgm:pt>
    <dgm:pt modelId="{0D9179BC-293A-43CE-9063-32AFE9AFE60D}" type="pres">
      <dgm:prSet presAssocID="{0A6EEF58-4A6C-490A-AC42-D079B0BD7E07}" presName="sibTrans" presStyleCnt="0"/>
      <dgm:spPr/>
    </dgm:pt>
    <dgm:pt modelId="{11DA88C0-5871-48F4-9928-8F0E63CD4145}" type="pres">
      <dgm:prSet presAssocID="{DD2E6E40-A0DE-4655-9DAE-B46EF1500616}" presName="node" presStyleLbl="node1" presStyleIdx="1" presStyleCnt="6">
        <dgm:presLayoutVars>
          <dgm:bulletEnabled val="1"/>
        </dgm:presLayoutVars>
      </dgm:prSet>
      <dgm:spPr/>
    </dgm:pt>
    <dgm:pt modelId="{A1CD81B6-663B-4146-BBF6-6D4288CB975F}" type="pres">
      <dgm:prSet presAssocID="{51FE874D-73AF-440E-B1A2-548CC2F0B39A}" presName="sibTrans" presStyleCnt="0"/>
      <dgm:spPr/>
    </dgm:pt>
    <dgm:pt modelId="{B732FF0A-7B29-479F-A8E7-D84332D2B918}" type="pres">
      <dgm:prSet presAssocID="{3E3D1BD7-756B-41ED-B549-7A08DB479E60}" presName="node" presStyleLbl="node1" presStyleIdx="2" presStyleCnt="6">
        <dgm:presLayoutVars>
          <dgm:bulletEnabled val="1"/>
        </dgm:presLayoutVars>
      </dgm:prSet>
      <dgm:spPr/>
    </dgm:pt>
    <dgm:pt modelId="{0AE5127C-18BE-408B-BCE1-B5CC2C399A19}" type="pres">
      <dgm:prSet presAssocID="{1F4EE463-7F6F-4A65-9C62-D9C78F9FBF73}" presName="sibTrans" presStyleCnt="0"/>
      <dgm:spPr/>
    </dgm:pt>
    <dgm:pt modelId="{4F5959C7-6A57-4121-BC9F-B5EDB6530872}" type="pres">
      <dgm:prSet presAssocID="{C7A40F8E-5AFA-4AC8-91CE-E784846C913A}" presName="node" presStyleLbl="node1" presStyleIdx="3" presStyleCnt="6">
        <dgm:presLayoutVars>
          <dgm:bulletEnabled val="1"/>
        </dgm:presLayoutVars>
      </dgm:prSet>
      <dgm:spPr/>
    </dgm:pt>
    <dgm:pt modelId="{4B916B7B-92AC-4B38-B381-25A23BE566B9}" type="pres">
      <dgm:prSet presAssocID="{24F62585-F21E-4FC4-B2AC-84C31CF81404}" presName="sibTrans" presStyleCnt="0"/>
      <dgm:spPr/>
    </dgm:pt>
    <dgm:pt modelId="{CBCE862D-B38E-4B07-9191-AF8E7303C975}" type="pres">
      <dgm:prSet presAssocID="{49D20DD8-521F-4231-A1DA-86846147357D}" presName="node" presStyleLbl="node1" presStyleIdx="4" presStyleCnt="6">
        <dgm:presLayoutVars>
          <dgm:bulletEnabled val="1"/>
        </dgm:presLayoutVars>
      </dgm:prSet>
      <dgm:spPr/>
    </dgm:pt>
    <dgm:pt modelId="{7B5E478C-93DA-4B39-A568-EA7E1EADA961}" type="pres">
      <dgm:prSet presAssocID="{2D0FB387-391E-43B9-A7A6-4BEF63E85062}" presName="sibTrans" presStyleCnt="0"/>
      <dgm:spPr/>
    </dgm:pt>
    <dgm:pt modelId="{282E8DA2-9CBC-4E83-B95A-6A1C58C0D9B0}" type="pres">
      <dgm:prSet presAssocID="{17C4B07C-0B88-4596-9A25-5AF77D5F3627}" presName="node" presStyleLbl="node1" presStyleIdx="5" presStyleCnt="6">
        <dgm:presLayoutVars>
          <dgm:bulletEnabled val="1"/>
        </dgm:presLayoutVars>
      </dgm:prSet>
      <dgm:spPr/>
    </dgm:pt>
  </dgm:ptLst>
  <dgm:cxnLst>
    <dgm:cxn modelId="{277F5A04-F22D-4234-8FFE-F968FAFA13E1}" srcId="{2E9F4D5A-5D04-4593-A413-175D8888B476}" destId="{49D20DD8-521F-4231-A1DA-86846147357D}" srcOrd="4" destOrd="0" parTransId="{4EAAD14D-AD38-493A-9FFE-20C73F1C5D9A}" sibTransId="{2D0FB387-391E-43B9-A7A6-4BEF63E85062}"/>
    <dgm:cxn modelId="{1A2A371E-40B8-442A-BD36-8BDD3B8FA79B}" srcId="{2E9F4D5A-5D04-4593-A413-175D8888B476}" destId="{3E3D1BD7-756B-41ED-B549-7A08DB479E60}" srcOrd="2" destOrd="0" parTransId="{031A1ADA-F78A-4DD3-AB97-DFE581204E13}" sibTransId="{1F4EE463-7F6F-4A65-9C62-D9C78F9FBF73}"/>
    <dgm:cxn modelId="{B7992024-3BCB-4261-8FEA-3473C220DFFC}" type="presOf" srcId="{DD2E6E40-A0DE-4655-9DAE-B46EF1500616}" destId="{11DA88C0-5871-48F4-9928-8F0E63CD4145}" srcOrd="0" destOrd="0" presId="urn:microsoft.com/office/officeart/2005/8/layout/default"/>
    <dgm:cxn modelId="{C6C33326-D7B1-4BFE-9C8A-31F60B1F3B2F}" type="presOf" srcId="{2D82D5DC-F3FA-45F8-AA31-156E6CAD145D}" destId="{282E8DA2-9CBC-4E83-B95A-6A1C58C0D9B0}" srcOrd="0" destOrd="1" presId="urn:microsoft.com/office/officeart/2005/8/layout/default"/>
    <dgm:cxn modelId="{491A7828-BD34-46C2-8804-5D0C332BDF11}" type="presOf" srcId="{39F02269-4487-4627-B9F0-B140DAD11B2F}" destId="{26C367EF-798A-4199-8D74-C19F23FCC1BC}" srcOrd="0" destOrd="0" presId="urn:microsoft.com/office/officeart/2005/8/layout/default"/>
    <dgm:cxn modelId="{E41BC52E-DBE4-4A79-95E4-446D1B2450FE}" type="presOf" srcId="{54C63CE0-AF0F-4C34-A129-B86841B5EFAE}" destId="{282E8DA2-9CBC-4E83-B95A-6A1C58C0D9B0}" srcOrd="0" destOrd="2" presId="urn:microsoft.com/office/officeart/2005/8/layout/default"/>
    <dgm:cxn modelId="{6ED75E31-159D-4CAA-B36C-FFE106192EB8}" srcId="{3E3D1BD7-756B-41ED-B549-7A08DB479E60}" destId="{8474D104-5A30-4276-AE76-68AAF0FE732D}" srcOrd="0" destOrd="0" parTransId="{CBB47ADD-2388-40FE-A5D8-410231E9ABB7}" sibTransId="{F0A92EF7-F5D9-4746-B133-51C084BF568E}"/>
    <dgm:cxn modelId="{FF96C63C-6FB9-4D74-9E61-82936618FADE}" srcId="{DD2E6E40-A0DE-4655-9DAE-B46EF1500616}" destId="{34F75096-0590-48BB-A4AE-E91B4AECBBF8}" srcOrd="1" destOrd="0" parTransId="{796E99FA-F135-4E06-9356-8A6E6FE466AF}" sibTransId="{994BDFB8-5CCF-4DEE-8B1B-7558F680D48E}"/>
    <dgm:cxn modelId="{016E1F44-8D2B-466F-82B5-7073CC67C2ED}" srcId="{17C4B07C-0B88-4596-9A25-5AF77D5F3627}" destId="{2D82D5DC-F3FA-45F8-AA31-156E6CAD145D}" srcOrd="0" destOrd="0" parTransId="{FDFE1EA9-06B9-478C-97DE-46DECEFAEA7F}" sibTransId="{80607852-0298-4FC2-B4DB-16D054206637}"/>
    <dgm:cxn modelId="{A9591845-5133-430C-AAB3-DD8C5D777924}" srcId="{17C4B07C-0B88-4596-9A25-5AF77D5F3627}" destId="{54C63CE0-AF0F-4C34-A129-B86841B5EFAE}" srcOrd="1" destOrd="0" parTransId="{E3FC816E-AC7F-4846-94EE-A205726BF843}" sibTransId="{C3C6F66C-F08F-42A7-8CBD-8FB46CE3A2F9}"/>
    <dgm:cxn modelId="{8CA7BE66-1DC0-4499-AE8E-2B55560FB9A1}" type="presOf" srcId="{17C4B07C-0B88-4596-9A25-5AF77D5F3627}" destId="{282E8DA2-9CBC-4E83-B95A-6A1C58C0D9B0}" srcOrd="0" destOrd="0" presId="urn:microsoft.com/office/officeart/2005/8/layout/default"/>
    <dgm:cxn modelId="{85C84A6D-64F9-4A40-B64D-4E64E460FE05}" srcId="{C7A40F8E-5AFA-4AC8-91CE-E784846C913A}" destId="{A24B6CCA-3777-4BC4-AF75-6625AF653BD8}" srcOrd="0" destOrd="0" parTransId="{B9744E7C-6322-49F8-8F50-F784879EEC13}" sibTransId="{92C4C925-7AD8-4116-8375-8A26EAF75122}"/>
    <dgm:cxn modelId="{9334C24D-D7FA-4EFC-A3CA-B0DEE55ED5DB}" type="presOf" srcId="{5F3D8090-2076-499F-BD3F-984CCFB3B545}" destId="{B732FF0A-7B29-479F-A8E7-D84332D2B918}" srcOrd="0" destOrd="2" presId="urn:microsoft.com/office/officeart/2005/8/layout/default"/>
    <dgm:cxn modelId="{54B78B6E-915B-4A37-A468-B8F34E596EC2}" srcId="{3E3D1BD7-756B-41ED-B549-7A08DB479E60}" destId="{5F3D8090-2076-499F-BD3F-984CCFB3B545}" srcOrd="1" destOrd="0" parTransId="{F6CD9BD0-1094-4E81-B7AA-E28A62380E9E}" sibTransId="{48723CC4-D9F6-4924-9A45-E42E0BDCE161}"/>
    <dgm:cxn modelId="{BE72AD6F-ECF0-428D-A0D4-EE7D2CA83243}" type="presOf" srcId="{C7A40F8E-5AFA-4AC8-91CE-E784846C913A}" destId="{4F5959C7-6A57-4121-BC9F-B5EDB6530872}" srcOrd="0" destOrd="0" presId="urn:microsoft.com/office/officeart/2005/8/layout/default"/>
    <dgm:cxn modelId="{01D6C44F-DBD9-496F-92CD-09F59262C4FC}" srcId="{DD2E6E40-A0DE-4655-9DAE-B46EF1500616}" destId="{52F9BD1D-C85D-44DF-A339-F744037C3DCD}" srcOrd="0" destOrd="0" parTransId="{72179573-B944-40A6-A67F-423C0ACF3795}" sibTransId="{D0F1416F-F111-4F42-819F-CB05FF58BC57}"/>
    <dgm:cxn modelId="{44932B59-0DE3-4125-B442-19941AF5F35E}" type="presOf" srcId="{49D20DD8-521F-4231-A1DA-86846147357D}" destId="{CBCE862D-B38E-4B07-9191-AF8E7303C975}" srcOrd="0" destOrd="0" presId="urn:microsoft.com/office/officeart/2005/8/layout/default"/>
    <dgm:cxn modelId="{D77A9E7A-B789-4C5F-9078-2FC8BB56FE95}" srcId="{C7A40F8E-5AFA-4AC8-91CE-E784846C913A}" destId="{94C7E633-A6BC-490B-8E51-9278F87E5C48}" srcOrd="1" destOrd="0" parTransId="{A3E4E05C-DBD6-4CC5-AE17-E52CAA2905C7}" sibTransId="{D5282B4A-08F1-4AF7-B5C7-F40BFAA61A3B}"/>
    <dgm:cxn modelId="{A5939D86-CD0F-47A4-9D54-A4FD7EA1CF83}" type="presOf" srcId="{52F9BD1D-C85D-44DF-A339-F744037C3DCD}" destId="{11DA88C0-5871-48F4-9928-8F0E63CD4145}" srcOrd="0" destOrd="1" presId="urn:microsoft.com/office/officeart/2005/8/layout/default"/>
    <dgm:cxn modelId="{80CEBA8A-5283-4D9D-957E-DEDAB9DFBE1A}" type="presOf" srcId="{DD6479EE-E3A8-49FB-831E-797E6D15C3C4}" destId="{26C367EF-798A-4199-8D74-C19F23FCC1BC}" srcOrd="0" destOrd="1" presId="urn:microsoft.com/office/officeart/2005/8/layout/default"/>
    <dgm:cxn modelId="{9F7DD88C-E4FA-45F2-9ACC-854B26010E9E}" srcId="{2E9F4D5A-5D04-4593-A413-175D8888B476}" destId="{17C4B07C-0B88-4596-9A25-5AF77D5F3627}" srcOrd="5" destOrd="0" parTransId="{A55B4977-9705-42F6-9892-F340B8D7CB9A}" sibTransId="{F1F11FC9-FCD4-48C3-A27C-3E8F40816C30}"/>
    <dgm:cxn modelId="{872C33AC-F317-4EB2-9C70-282EAA54ECAA}" type="presOf" srcId="{94C7E633-A6BC-490B-8E51-9278F87E5C48}" destId="{4F5959C7-6A57-4121-BC9F-B5EDB6530872}" srcOrd="0" destOrd="2" presId="urn:microsoft.com/office/officeart/2005/8/layout/default"/>
    <dgm:cxn modelId="{95D9C4AE-93BC-4FB7-A492-2FA4DAFEA943}" srcId="{49D20DD8-521F-4231-A1DA-86846147357D}" destId="{92DA9162-0CB2-4D97-B836-DFD7D217B0CA}" srcOrd="0" destOrd="0" parTransId="{6E8E17CC-77E2-4488-B6A7-149EC4F297D4}" sibTransId="{AE0FA3DD-709A-49BB-81B7-63DEA678B69F}"/>
    <dgm:cxn modelId="{5D6E3FAF-35A1-4268-BF6C-43C060E589E6}" type="presOf" srcId="{A24B6CCA-3777-4BC4-AF75-6625AF653BD8}" destId="{4F5959C7-6A57-4121-BC9F-B5EDB6530872}" srcOrd="0" destOrd="1" presId="urn:microsoft.com/office/officeart/2005/8/layout/default"/>
    <dgm:cxn modelId="{E95FF3BC-2135-4BBA-A586-D85085F86A05}" type="presOf" srcId="{3E3D1BD7-756B-41ED-B549-7A08DB479E60}" destId="{B732FF0A-7B29-479F-A8E7-D84332D2B918}" srcOrd="0" destOrd="0" presId="urn:microsoft.com/office/officeart/2005/8/layout/default"/>
    <dgm:cxn modelId="{2A4521C0-7346-43A1-A838-49CF7B87AAD7}" type="presOf" srcId="{92DA9162-0CB2-4D97-B836-DFD7D217B0CA}" destId="{CBCE862D-B38E-4B07-9191-AF8E7303C975}" srcOrd="0" destOrd="1" presId="urn:microsoft.com/office/officeart/2005/8/layout/default"/>
    <dgm:cxn modelId="{4A9EB4CF-8CE0-4AA9-83AC-D11CDB12609F}" type="presOf" srcId="{2E9F4D5A-5D04-4593-A413-175D8888B476}" destId="{AAAFFBA0-8189-4BE1-9004-BEABAF989493}" srcOrd="0" destOrd="0" presId="urn:microsoft.com/office/officeart/2005/8/layout/default"/>
    <dgm:cxn modelId="{F3F4C3D1-DBFB-4700-A957-4C9E5D304B7B}" srcId="{39F02269-4487-4627-B9F0-B140DAD11B2F}" destId="{DD6479EE-E3A8-49FB-831E-797E6D15C3C4}" srcOrd="0" destOrd="0" parTransId="{4339C2A5-782F-47A1-ABB2-20A57684A7C5}" sibTransId="{6BC4FEB5-53F0-48C5-87D6-81500C85054A}"/>
    <dgm:cxn modelId="{25A759E2-DB8A-4B6F-AFAE-53A66EB9DAE3}" srcId="{2E9F4D5A-5D04-4593-A413-175D8888B476}" destId="{39F02269-4487-4627-B9F0-B140DAD11B2F}" srcOrd="0" destOrd="0" parTransId="{917821F4-62C2-452F-811F-D885303DFEAD}" sibTransId="{0A6EEF58-4A6C-490A-AC42-D079B0BD7E07}"/>
    <dgm:cxn modelId="{1E6716E3-F075-4D55-A8AA-AE3EB07187DA}" srcId="{2E9F4D5A-5D04-4593-A413-175D8888B476}" destId="{C7A40F8E-5AFA-4AC8-91CE-E784846C913A}" srcOrd="3" destOrd="0" parTransId="{B39352CE-BFFD-4113-B822-9F0CAACCACAC}" sibTransId="{24F62585-F21E-4FC4-B2AC-84C31CF81404}"/>
    <dgm:cxn modelId="{25D689E3-422F-4E8F-B0C9-518CF3CE897B}" srcId="{2E9F4D5A-5D04-4593-A413-175D8888B476}" destId="{DD2E6E40-A0DE-4655-9DAE-B46EF1500616}" srcOrd="1" destOrd="0" parTransId="{2564300B-20D1-49A2-97FD-AF778662E43C}" sibTransId="{51FE874D-73AF-440E-B1A2-548CC2F0B39A}"/>
    <dgm:cxn modelId="{E1FF2FFF-625F-4831-8DBE-C00941CC4130}" type="presOf" srcId="{34F75096-0590-48BB-A4AE-E91B4AECBBF8}" destId="{11DA88C0-5871-48F4-9928-8F0E63CD4145}" srcOrd="0" destOrd="2" presId="urn:microsoft.com/office/officeart/2005/8/layout/default"/>
    <dgm:cxn modelId="{35769DFF-E506-4AF2-863D-3D2621FE8F54}" type="presOf" srcId="{8474D104-5A30-4276-AE76-68AAF0FE732D}" destId="{B732FF0A-7B29-479F-A8E7-D84332D2B918}" srcOrd="0" destOrd="1" presId="urn:microsoft.com/office/officeart/2005/8/layout/default"/>
    <dgm:cxn modelId="{1C559A44-4838-4BF6-86D7-C4B9A13C488C}" type="presParOf" srcId="{AAAFFBA0-8189-4BE1-9004-BEABAF989493}" destId="{26C367EF-798A-4199-8D74-C19F23FCC1BC}" srcOrd="0" destOrd="0" presId="urn:microsoft.com/office/officeart/2005/8/layout/default"/>
    <dgm:cxn modelId="{2261CB9C-A8CB-417B-95AF-1D525835A4BA}" type="presParOf" srcId="{AAAFFBA0-8189-4BE1-9004-BEABAF989493}" destId="{0D9179BC-293A-43CE-9063-32AFE9AFE60D}" srcOrd="1" destOrd="0" presId="urn:microsoft.com/office/officeart/2005/8/layout/default"/>
    <dgm:cxn modelId="{E49064B0-65D6-4FD2-8D23-82E1EBD4C897}" type="presParOf" srcId="{AAAFFBA0-8189-4BE1-9004-BEABAF989493}" destId="{11DA88C0-5871-48F4-9928-8F0E63CD4145}" srcOrd="2" destOrd="0" presId="urn:microsoft.com/office/officeart/2005/8/layout/default"/>
    <dgm:cxn modelId="{85E17A72-77BF-4B4E-97C0-347EAD010E7D}" type="presParOf" srcId="{AAAFFBA0-8189-4BE1-9004-BEABAF989493}" destId="{A1CD81B6-663B-4146-BBF6-6D4288CB975F}" srcOrd="3" destOrd="0" presId="urn:microsoft.com/office/officeart/2005/8/layout/default"/>
    <dgm:cxn modelId="{ACAAC13D-FB78-4CE0-BC66-2AD3AB88E7C1}" type="presParOf" srcId="{AAAFFBA0-8189-4BE1-9004-BEABAF989493}" destId="{B732FF0A-7B29-479F-A8E7-D84332D2B918}" srcOrd="4" destOrd="0" presId="urn:microsoft.com/office/officeart/2005/8/layout/default"/>
    <dgm:cxn modelId="{EB888F3F-68C9-4380-9AE6-F4C17E8DB2A3}" type="presParOf" srcId="{AAAFFBA0-8189-4BE1-9004-BEABAF989493}" destId="{0AE5127C-18BE-408B-BCE1-B5CC2C399A19}" srcOrd="5" destOrd="0" presId="urn:microsoft.com/office/officeart/2005/8/layout/default"/>
    <dgm:cxn modelId="{9D8FAA5D-476D-4B12-936A-065CEB0EC9DE}" type="presParOf" srcId="{AAAFFBA0-8189-4BE1-9004-BEABAF989493}" destId="{4F5959C7-6A57-4121-BC9F-B5EDB6530872}" srcOrd="6" destOrd="0" presId="urn:microsoft.com/office/officeart/2005/8/layout/default"/>
    <dgm:cxn modelId="{3C7B656F-9B3B-443A-B3F4-C02B9C836418}" type="presParOf" srcId="{AAAFFBA0-8189-4BE1-9004-BEABAF989493}" destId="{4B916B7B-92AC-4B38-B381-25A23BE566B9}" srcOrd="7" destOrd="0" presId="urn:microsoft.com/office/officeart/2005/8/layout/default"/>
    <dgm:cxn modelId="{52FF2C28-4688-41D6-AA3E-E2ECAA57AE3F}" type="presParOf" srcId="{AAAFFBA0-8189-4BE1-9004-BEABAF989493}" destId="{CBCE862D-B38E-4B07-9191-AF8E7303C975}" srcOrd="8" destOrd="0" presId="urn:microsoft.com/office/officeart/2005/8/layout/default"/>
    <dgm:cxn modelId="{9E041B54-E430-48C0-A404-35A341877099}" type="presParOf" srcId="{AAAFFBA0-8189-4BE1-9004-BEABAF989493}" destId="{7B5E478C-93DA-4B39-A568-EA7E1EADA961}" srcOrd="9" destOrd="0" presId="urn:microsoft.com/office/officeart/2005/8/layout/default"/>
    <dgm:cxn modelId="{568B1BD9-8D1F-4A19-A37D-79A4D4BFA696}" type="presParOf" srcId="{AAAFFBA0-8189-4BE1-9004-BEABAF989493}" destId="{282E8DA2-9CBC-4E83-B95A-6A1C58C0D9B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E06824-1D7A-4CD8-A07A-778C16222A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C22569-C549-4848-94CD-EAC51F2A5A07}">
      <dgm:prSet phldrT="[Text]" phldr="0"/>
      <dgm:spPr/>
      <dgm:t>
        <a:bodyPr/>
        <a:lstStyle/>
        <a:p>
          <a:r>
            <a:rPr lang="en-GB" noProof="0" dirty="0"/>
            <a:t>Weekly schedule risk</a:t>
          </a:r>
        </a:p>
      </dgm:t>
    </dgm:pt>
    <dgm:pt modelId="{B9DCAD93-2673-4B3B-9348-4CE992EE8648}" type="parTrans" cxnId="{26E36BFB-C05F-437F-8A67-328D58B000C3}">
      <dgm:prSet/>
      <dgm:spPr/>
      <dgm:t>
        <a:bodyPr/>
        <a:lstStyle/>
        <a:p>
          <a:endParaRPr lang="en-US"/>
        </a:p>
      </dgm:t>
    </dgm:pt>
    <dgm:pt modelId="{5DE2231E-4C03-495E-9B21-327220630015}" type="sibTrans" cxnId="{26E36BFB-C05F-437F-8A67-328D58B000C3}">
      <dgm:prSet/>
      <dgm:spPr/>
      <dgm:t>
        <a:bodyPr/>
        <a:lstStyle/>
        <a:p>
          <a:endParaRPr lang="en-US"/>
        </a:p>
      </dgm:t>
    </dgm:pt>
    <dgm:pt modelId="{F70F2159-63B0-4ADE-9AA1-60EB845DA510}">
      <dgm:prSet phldrT="[Text]" phldr="0"/>
      <dgm:spPr/>
      <dgm:t>
        <a:bodyPr/>
        <a:lstStyle/>
        <a:p>
          <a:r>
            <a:rPr lang="en-GB" noProof="0" dirty="0"/>
            <a:t>Erroneous requirements identification</a:t>
          </a:r>
        </a:p>
      </dgm:t>
    </dgm:pt>
    <dgm:pt modelId="{B9375FD1-7E98-429C-AE33-135D05C28A69}" type="parTrans" cxnId="{F19DC0B2-7D87-487C-8AF8-702796603043}">
      <dgm:prSet/>
      <dgm:spPr/>
      <dgm:t>
        <a:bodyPr/>
        <a:lstStyle/>
        <a:p>
          <a:endParaRPr lang="en-US"/>
        </a:p>
      </dgm:t>
    </dgm:pt>
    <dgm:pt modelId="{13834F17-2B8F-4117-8299-13767095CA06}" type="sibTrans" cxnId="{F19DC0B2-7D87-487C-8AF8-702796603043}">
      <dgm:prSet/>
      <dgm:spPr/>
      <dgm:t>
        <a:bodyPr/>
        <a:lstStyle/>
        <a:p>
          <a:endParaRPr lang="en-US"/>
        </a:p>
      </dgm:t>
    </dgm:pt>
    <dgm:pt modelId="{70EA0868-7101-4188-B35C-52A3918AC32B}">
      <dgm:prSet phldrT="[Text]" phldr="0"/>
      <dgm:spPr/>
      <dgm:t>
        <a:bodyPr/>
        <a:lstStyle/>
        <a:p>
          <a:r>
            <a:rPr lang="en-GB" noProof="0" dirty="0"/>
            <a:t>Lack of Ory/ReBAC experience</a:t>
          </a:r>
        </a:p>
      </dgm:t>
    </dgm:pt>
    <dgm:pt modelId="{F96CCCE8-513E-4016-AD4C-E1F312757F9B}" type="parTrans" cxnId="{CDBF0E7D-500E-4621-9109-A288FC29EB82}">
      <dgm:prSet/>
      <dgm:spPr/>
      <dgm:t>
        <a:bodyPr/>
        <a:lstStyle/>
        <a:p>
          <a:endParaRPr lang="en-US"/>
        </a:p>
      </dgm:t>
    </dgm:pt>
    <dgm:pt modelId="{A1D316D8-027C-4EF1-A2F2-DA7A5B53D77B}" type="sibTrans" cxnId="{CDBF0E7D-500E-4621-9109-A288FC29EB82}">
      <dgm:prSet/>
      <dgm:spPr/>
      <dgm:t>
        <a:bodyPr/>
        <a:lstStyle/>
        <a:p>
          <a:endParaRPr lang="en-US"/>
        </a:p>
      </dgm:t>
    </dgm:pt>
    <dgm:pt modelId="{F79C587A-5636-469B-A341-A3F16DE9DDD6}">
      <dgm:prSet phldrT="[Text]" phldr="0"/>
      <dgm:spPr/>
      <dgm:t>
        <a:bodyPr/>
        <a:lstStyle/>
        <a:p>
          <a:r>
            <a:rPr lang="en-GB" noProof="0" dirty="0"/>
            <a:t>Ory workflow incompatibility</a:t>
          </a:r>
        </a:p>
      </dgm:t>
    </dgm:pt>
    <dgm:pt modelId="{25E5DFBD-85F5-4203-8B24-726DF2B2DE24}" type="parTrans" cxnId="{77F8D04B-3163-447D-9137-473A5758FADA}">
      <dgm:prSet/>
      <dgm:spPr/>
      <dgm:t>
        <a:bodyPr/>
        <a:lstStyle/>
        <a:p>
          <a:endParaRPr lang="en-US"/>
        </a:p>
      </dgm:t>
    </dgm:pt>
    <dgm:pt modelId="{0AA383AB-A200-4986-97A3-B2FDF1E83F0F}" type="sibTrans" cxnId="{77F8D04B-3163-447D-9137-473A5758FADA}">
      <dgm:prSet/>
      <dgm:spPr/>
      <dgm:t>
        <a:bodyPr/>
        <a:lstStyle/>
        <a:p>
          <a:endParaRPr lang="en-US"/>
        </a:p>
      </dgm:t>
    </dgm:pt>
    <dgm:pt modelId="{8A3A9E56-05DA-4E39-8EBB-377005C934D1}">
      <dgm:prSet phldrT="[Text]" phldr="0"/>
      <dgm:spPr/>
      <dgm:t>
        <a:bodyPr/>
        <a:lstStyle/>
        <a:p>
          <a:r>
            <a:rPr lang="en-GB" noProof="0" dirty="0"/>
            <a:t>Ory integration opportunity</a:t>
          </a:r>
        </a:p>
      </dgm:t>
    </dgm:pt>
    <dgm:pt modelId="{D29266E2-A945-43AC-8EC2-1B9E1906EA90}" type="parTrans" cxnId="{4EEC51EF-092C-4EDE-A7BF-CA2C46BC4C68}">
      <dgm:prSet/>
      <dgm:spPr/>
      <dgm:t>
        <a:bodyPr/>
        <a:lstStyle/>
        <a:p>
          <a:endParaRPr lang="en-US"/>
        </a:p>
      </dgm:t>
    </dgm:pt>
    <dgm:pt modelId="{1458A193-D04D-4EBA-A779-9C6052EEDC30}" type="sibTrans" cxnId="{4EEC51EF-092C-4EDE-A7BF-CA2C46BC4C68}">
      <dgm:prSet/>
      <dgm:spPr/>
      <dgm:t>
        <a:bodyPr/>
        <a:lstStyle/>
        <a:p>
          <a:endParaRPr lang="en-US"/>
        </a:p>
      </dgm:t>
    </dgm:pt>
    <dgm:pt modelId="{94EC0145-A156-4993-89BC-8F0A5D0C1DD8}">
      <dgm:prSet phldrT="[Text]" phldr="0"/>
      <dgm:spPr/>
      <dgm:t>
        <a:bodyPr/>
        <a:lstStyle/>
        <a:p>
          <a:r>
            <a:rPr lang="en-GB" noProof="0" dirty="0"/>
            <a:t>Typst risk and opportunities</a:t>
          </a:r>
        </a:p>
      </dgm:t>
    </dgm:pt>
    <dgm:pt modelId="{E48BBBD3-B110-42AA-92AA-9DAE4DAA3102}" type="parTrans" cxnId="{3AAB43F2-0717-43AA-8FF0-45A8B11D7EE5}">
      <dgm:prSet/>
      <dgm:spPr/>
      <dgm:t>
        <a:bodyPr/>
        <a:lstStyle/>
        <a:p>
          <a:endParaRPr lang="en-US"/>
        </a:p>
      </dgm:t>
    </dgm:pt>
    <dgm:pt modelId="{409F907D-3CBA-437C-A191-1FCE4C01592A}" type="sibTrans" cxnId="{3AAB43F2-0717-43AA-8FF0-45A8B11D7EE5}">
      <dgm:prSet/>
      <dgm:spPr/>
      <dgm:t>
        <a:bodyPr/>
        <a:lstStyle/>
        <a:p>
          <a:endParaRPr lang="en-US"/>
        </a:p>
      </dgm:t>
    </dgm:pt>
    <dgm:pt modelId="{09BFFACC-742A-4469-B3CB-787B43B4B9D0}">
      <dgm:prSet phldrT="[Text]" phldr="0"/>
      <dgm:spPr/>
      <dgm:t>
        <a:bodyPr/>
        <a:lstStyle/>
        <a:p>
          <a:r>
            <a:rPr lang="en-GB" noProof="0" dirty="0"/>
            <a:t>Unaccounted for, materialized</a:t>
          </a:r>
        </a:p>
      </dgm:t>
    </dgm:pt>
    <dgm:pt modelId="{14C1AF26-A14B-4264-AC0E-4A7108A4EA31}" type="parTrans" cxnId="{A10C2544-D96A-4A7E-A2CE-530E7EE7625E}">
      <dgm:prSet/>
      <dgm:spPr/>
      <dgm:t>
        <a:bodyPr/>
        <a:lstStyle/>
        <a:p>
          <a:endParaRPr lang="en-US"/>
        </a:p>
      </dgm:t>
    </dgm:pt>
    <dgm:pt modelId="{D050C28F-2955-4D27-A188-BEB08E8E08E0}" type="sibTrans" cxnId="{A10C2544-D96A-4A7E-A2CE-530E7EE7625E}">
      <dgm:prSet/>
      <dgm:spPr/>
      <dgm:t>
        <a:bodyPr/>
        <a:lstStyle/>
        <a:p>
          <a:endParaRPr lang="en-US"/>
        </a:p>
      </dgm:t>
    </dgm:pt>
    <dgm:pt modelId="{8F801504-F30B-499B-A79B-00230CA2DCB3}">
      <dgm:prSet phldrT="[Text]" phldr="0"/>
      <dgm:spPr/>
      <dgm:t>
        <a:bodyPr/>
        <a:lstStyle/>
        <a:p>
          <a:r>
            <a:rPr lang="en-GB" noProof="0" dirty="0"/>
            <a:t>Improved documentation speed</a:t>
          </a:r>
        </a:p>
      </dgm:t>
    </dgm:pt>
    <dgm:pt modelId="{0882048D-F978-4C33-8677-E32E9FA40ED1}" type="parTrans" cxnId="{1ED8AC66-3FAB-4938-ACF5-7C8871A6BC9E}">
      <dgm:prSet/>
      <dgm:spPr/>
      <dgm:t>
        <a:bodyPr/>
        <a:lstStyle/>
        <a:p>
          <a:endParaRPr lang="en-US"/>
        </a:p>
      </dgm:t>
    </dgm:pt>
    <dgm:pt modelId="{E79EC03F-D714-4DE9-8E1C-07129B142A2D}" type="sibTrans" cxnId="{1ED8AC66-3FAB-4938-ACF5-7C8871A6BC9E}">
      <dgm:prSet/>
      <dgm:spPr/>
      <dgm:t>
        <a:bodyPr/>
        <a:lstStyle/>
        <a:p>
          <a:endParaRPr lang="en-US"/>
        </a:p>
      </dgm:t>
    </dgm:pt>
    <dgm:pt modelId="{A9883D57-81BB-4B37-885B-A34961C67DCE}">
      <dgm:prSet phldrT="[Text]" phldr="0"/>
      <dgm:spPr/>
      <dgm:t>
        <a:bodyPr/>
        <a:lstStyle/>
        <a:p>
          <a:r>
            <a:rPr lang="en-GB" noProof="0" dirty="0"/>
            <a:t>Taken advantage of</a:t>
          </a:r>
        </a:p>
      </dgm:t>
    </dgm:pt>
    <dgm:pt modelId="{4A973770-80B3-4FCF-B48B-DF97A96106BB}" type="parTrans" cxnId="{55AC6E4B-5A56-49E0-89DC-A61E1D0D71CF}">
      <dgm:prSet/>
      <dgm:spPr/>
      <dgm:t>
        <a:bodyPr/>
        <a:lstStyle/>
        <a:p>
          <a:endParaRPr lang="en-US"/>
        </a:p>
      </dgm:t>
    </dgm:pt>
    <dgm:pt modelId="{2006F95B-B691-4997-A59C-C017FB2B01B6}" type="sibTrans" cxnId="{55AC6E4B-5A56-49E0-89DC-A61E1D0D71CF}">
      <dgm:prSet/>
      <dgm:spPr/>
      <dgm:t>
        <a:bodyPr/>
        <a:lstStyle/>
        <a:p>
          <a:endParaRPr lang="en-US"/>
        </a:p>
      </dgm:t>
    </dgm:pt>
    <dgm:pt modelId="{A270A4C3-7EC7-4420-86FA-4468EEE3D930}">
      <dgm:prSet phldrT="[Text]" phldr="0"/>
      <dgm:spPr/>
      <dgm:t>
        <a:bodyPr/>
        <a:lstStyle/>
        <a:p>
          <a:r>
            <a:rPr lang="en-GB" noProof="0" dirty="0"/>
            <a:t>Materialized but controlled</a:t>
          </a:r>
        </a:p>
      </dgm:t>
    </dgm:pt>
    <dgm:pt modelId="{6FA1B151-504E-4920-AF5C-2AEB6E22C7D2}" type="parTrans" cxnId="{0A138895-93AD-4E94-AEC0-E79C5D485EBE}">
      <dgm:prSet/>
      <dgm:spPr/>
      <dgm:t>
        <a:bodyPr/>
        <a:lstStyle/>
        <a:p>
          <a:endParaRPr lang="en-US"/>
        </a:p>
      </dgm:t>
    </dgm:pt>
    <dgm:pt modelId="{4AF4EF62-578E-4729-BC53-44EF4F154416}" type="sibTrans" cxnId="{0A138895-93AD-4E94-AEC0-E79C5D485EBE}">
      <dgm:prSet/>
      <dgm:spPr/>
      <dgm:t>
        <a:bodyPr/>
        <a:lstStyle/>
        <a:p>
          <a:endParaRPr lang="en-US"/>
        </a:p>
      </dgm:t>
    </dgm:pt>
    <dgm:pt modelId="{38D197E2-A06F-40AC-998E-E216B2A41056}">
      <dgm:prSet phldrT="[Text]" phldr="0"/>
      <dgm:spPr/>
      <dgm:t>
        <a:bodyPr/>
        <a:lstStyle/>
        <a:p>
          <a:r>
            <a:rPr lang="en-GB" noProof="0" dirty="0"/>
            <a:t>Did not materialize</a:t>
          </a:r>
        </a:p>
      </dgm:t>
    </dgm:pt>
    <dgm:pt modelId="{143BE550-A6ED-4F5E-B342-CD1CC1424B69}" type="parTrans" cxnId="{75F9F79F-E3F3-4D6D-8B7F-6354533F13C3}">
      <dgm:prSet/>
      <dgm:spPr/>
      <dgm:t>
        <a:bodyPr/>
        <a:lstStyle/>
        <a:p>
          <a:endParaRPr lang="en-US"/>
        </a:p>
      </dgm:t>
    </dgm:pt>
    <dgm:pt modelId="{AAC94CAC-F9E6-4BCA-83B8-4C44A5F17218}" type="sibTrans" cxnId="{75F9F79F-E3F3-4D6D-8B7F-6354533F13C3}">
      <dgm:prSet/>
      <dgm:spPr/>
      <dgm:t>
        <a:bodyPr/>
        <a:lstStyle/>
        <a:p>
          <a:endParaRPr lang="en-US"/>
        </a:p>
      </dgm:t>
    </dgm:pt>
    <dgm:pt modelId="{E96C4D3A-691B-4235-891F-65087D165451}">
      <dgm:prSet phldrT="[Text]" phldr="0"/>
      <dgm:spPr/>
      <dgm:t>
        <a:bodyPr/>
        <a:lstStyle/>
        <a:p>
          <a:r>
            <a:rPr lang="en-GB" noProof="0" dirty="0"/>
            <a:t>Materialized but low impact, contained</a:t>
          </a:r>
        </a:p>
      </dgm:t>
    </dgm:pt>
    <dgm:pt modelId="{3F3F0404-50FD-42B9-8F14-2EAE1E457CF7}" type="parTrans" cxnId="{AD466A49-31BE-4B8C-80F9-89D43E152E9A}">
      <dgm:prSet/>
      <dgm:spPr/>
      <dgm:t>
        <a:bodyPr/>
        <a:lstStyle/>
        <a:p>
          <a:endParaRPr lang="en-US"/>
        </a:p>
      </dgm:t>
    </dgm:pt>
    <dgm:pt modelId="{D9C0E2AE-FD7A-42A1-B97A-8FEF56DFA69D}" type="sibTrans" cxnId="{AD466A49-31BE-4B8C-80F9-89D43E152E9A}">
      <dgm:prSet/>
      <dgm:spPr/>
      <dgm:t>
        <a:bodyPr/>
        <a:lstStyle/>
        <a:p>
          <a:endParaRPr lang="en-US"/>
        </a:p>
      </dgm:t>
    </dgm:pt>
    <dgm:pt modelId="{AF9EBF36-8B00-420A-A5AE-8016FD047251}">
      <dgm:prSet phldrT="[Text]" phldr="0"/>
      <dgm:spPr/>
      <dgm:t>
        <a:bodyPr/>
        <a:lstStyle/>
        <a:p>
          <a:r>
            <a:rPr lang="en-GB" noProof="0" dirty="0"/>
            <a:t>Partially materialized, the abstraction from the driver allowed for workarounds</a:t>
          </a:r>
        </a:p>
      </dgm:t>
    </dgm:pt>
    <dgm:pt modelId="{2062932E-6DC2-43C1-9AC5-5E9233B9391E}" type="parTrans" cxnId="{69962130-9944-4BC5-B781-E64F9489E4AD}">
      <dgm:prSet/>
      <dgm:spPr/>
      <dgm:t>
        <a:bodyPr/>
        <a:lstStyle/>
        <a:p>
          <a:endParaRPr lang="en-US"/>
        </a:p>
      </dgm:t>
    </dgm:pt>
    <dgm:pt modelId="{028366AC-D37E-41C8-90E3-390220939F06}" type="sibTrans" cxnId="{69962130-9944-4BC5-B781-E64F9489E4AD}">
      <dgm:prSet/>
      <dgm:spPr/>
      <dgm:t>
        <a:bodyPr/>
        <a:lstStyle/>
        <a:p>
          <a:endParaRPr lang="en-US"/>
        </a:p>
      </dgm:t>
    </dgm:pt>
    <dgm:pt modelId="{3650AC4D-9B51-43D6-9A2F-8A5087908F52}" type="pres">
      <dgm:prSet presAssocID="{93E06824-1D7A-4CD8-A07A-778C16222A44}" presName="linear" presStyleCnt="0">
        <dgm:presLayoutVars>
          <dgm:animLvl val="lvl"/>
          <dgm:resizeHandles val="exact"/>
        </dgm:presLayoutVars>
      </dgm:prSet>
      <dgm:spPr/>
    </dgm:pt>
    <dgm:pt modelId="{4B29CEC0-D0C2-4E81-A16F-76DDF611562B}" type="pres">
      <dgm:prSet presAssocID="{8AC22569-C549-4848-94CD-EAC51F2A5A0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97D9FD6-14D1-4D1A-8A50-640CCDDCFC97}" type="pres">
      <dgm:prSet presAssocID="{8AC22569-C549-4848-94CD-EAC51F2A5A07}" presName="childText" presStyleLbl="revTx" presStyleIdx="0" presStyleCnt="6">
        <dgm:presLayoutVars>
          <dgm:bulletEnabled val="1"/>
        </dgm:presLayoutVars>
      </dgm:prSet>
      <dgm:spPr/>
    </dgm:pt>
    <dgm:pt modelId="{7CA4FA9C-6AB1-4965-AD60-1C85B3EBE756}" type="pres">
      <dgm:prSet presAssocID="{F70F2159-63B0-4ADE-9AA1-60EB845DA51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0558B84-B203-4E81-8FF8-E67C22260AD7}" type="pres">
      <dgm:prSet presAssocID="{F70F2159-63B0-4ADE-9AA1-60EB845DA510}" presName="childText" presStyleLbl="revTx" presStyleIdx="1" presStyleCnt="6">
        <dgm:presLayoutVars>
          <dgm:bulletEnabled val="1"/>
        </dgm:presLayoutVars>
      </dgm:prSet>
      <dgm:spPr/>
    </dgm:pt>
    <dgm:pt modelId="{6C4142D0-3DB5-4E41-B2F8-FF4B40EE124E}" type="pres">
      <dgm:prSet presAssocID="{70EA0868-7101-4188-B35C-52A3918AC32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81289A5-D093-4DCC-906F-CB1383BE494B}" type="pres">
      <dgm:prSet presAssocID="{70EA0868-7101-4188-B35C-52A3918AC32B}" presName="childText" presStyleLbl="revTx" presStyleIdx="2" presStyleCnt="6">
        <dgm:presLayoutVars>
          <dgm:bulletEnabled val="1"/>
        </dgm:presLayoutVars>
      </dgm:prSet>
      <dgm:spPr/>
    </dgm:pt>
    <dgm:pt modelId="{0485BD07-BB2C-4DB3-842D-4F0788F6D434}" type="pres">
      <dgm:prSet presAssocID="{F79C587A-5636-469B-A341-A3F16DE9DDD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5D801C4-2B4D-4AB2-A054-7C92F5663C18}" type="pres">
      <dgm:prSet presAssocID="{F79C587A-5636-469B-A341-A3F16DE9DDD6}" presName="childText" presStyleLbl="revTx" presStyleIdx="3" presStyleCnt="6">
        <dgm:presLayoutVars>
          <dgm:bulletEnabled val="1"/>
        </dgm:presLayoutVars>
      </dgm:prSet>
      <dgm:spPr/>
    </dgm:pt>
    <dgm:pt modelId="{A5A85A40-73C4-4E25-AFCF-AD200B86655F}" type="pres">
      <dgm:prSet presAssocID="{8A3A9E56-05DA-4E39-8EBB-377005C934D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7AF5CB6-E5D3-42C8-A1E7-A22C42D0626F}" type="pres">
      <dgm:prSet presAssocID="{8A3A9E56-05DA-4E39-8EBB-377005C934D1}" presName="childText" presStyleLbl="revTx" presStyleIdx="4" presStyleCnt="6">
        <dgm:presLayoutVars>
          <dgm:bulletEnabled val="1"/>
        </dgm:presLayoutVars>
      </dgm:prSet>
      <dgm:spPr/>
    </dgm:pt>
    <dgm:pt modelId="{47101DF5-7025-408D-85CE-AC9477A37F47}" type="pres">
      <dgm:prSet presAssocID="{94EC0145-A156-4993-89BC-8F0A5D0C1DD8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5F8C74B-DBFB-4B17-B242-1E93CB4B6F49}" type="pres">
      <dgm:prSet presAssocID="{94EC0145-A156-4993-89BC-8F0A5D0C1DD8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0AEAF813-F97C-4C35-95C6-3A0A2B994C06}" type="presOf" srcId="{8A3A9E56-05DA-4E39-8EBB-377005C934D1}" destId="{A5A85A40-73C4-4E25-AFCF-AD200B86655F}" srcOrd="0" destOrd="0" presId="urn:microsoft.com/office/officeart/2005/8/layout/vList2"/>
    <dgm:cxn modelId="{AC4AF01E-D9DD-4B51-9BB7-713BCF574205}" type="presOf" srcId="{70EA0868-7101-4188-B35C-52A3918AC32B}" destId="{6C4142D0-3DB5-4E41-B2F8-FF4B40EE124E}" srcOrd="0" destOrd="0" presId="urn:microsoft.com/office/officeart/2005/8/layout/vList2"/>
    <dgm:cxn modelId="{E52E2121-92AE-4964-9621-C1B56E3BC04E}" type="presOf" srcId="{8AC22569-C549-4848-94CD-EAC51F2A5A07}" destId="{4B29CEC0-D0C2-4E81-A16F-76DDF611562B}" srcOrd="0" destOrd="0" presId="urn:microsoft.com/office/officeart/2005/8/layout/vList2"/>
    <dgm:cxn modelId="{69962130-9944-4BC5-B781-E64F9489E4AD}" srcId="{F79C587A-5636-469B-A341-A3F16DE9DDD6}" destId="{AF9EBF36-8B00-420A-A5AE-8016FD047251}" srcOrd="0" destOrd="0" parTransId="{2062932E-6DC2-43C1-9AC5-5E9233B9391E}" sibTransId="{028366AC-D37E-41C8-90E3-390220939F06}"/>
    <dgm:cxn modelId="{157B713F-9814-4BB2-A4D0-01E65A2453A9}" type="presOf" srcId="{38D197E2-A06F-40AC-998E-E216B2A41056}" destId="{E0558B84-B203-4E81-8FF8-E67C22260AD7}" srcOrd="0" destOrd="0" presId="urn:microsoft.com/office/officeart/2005/8/layout/vList2"/>
    <dgm:cxn modelId="{A10C2544-D96A-4A7E-A2CE-530E7EE7625E}" srcId="{94EC0145-A156-4993-89BC-8F0A5D0C1DD8}" destId="{09BFFACC-742A-4469-B3CB-787B43B4B9D0}" srcOrd="0" destOrd="0" parTransId="{14C1AF26-A14B-4264-AC0E-4A7108A4EA31}" sibTransId="{D050C28F-2955-4D27-A188-BEB08E8E08E0}"/>
    <dgm:cxn modelId="{044AFD44-2B9B-4F1C-BA5C-1EAA3B14C36F}" type="presOf" srcId="{93E06824-1D7A-4CD8-A07A-778C16222A44}" destId="{3650AC4D-9B51-43D6-9A2F-8A5087908F52}" srcOrd="0" destOrd="0" presId="urn:microsoft.com/office/officeart/2005/8/layout/vList2"/>
    <dgm:cxn modelId="{1ED8AC66-3FAB-4938-ACF5-7C8871A6BC9E}" srcId="{94EC0145-A156-4993-89BC-8F0A5D0C1DD8}" destId="{8F801504-F30B-499B-A79B-00230CA2DCB3}" srcOrd="1" destOrd="0" parTransId="{0882048D-F978-4C33-8677-E32E9FA40ED1}" sibTransId="{E79EC03F-D714-4DE9-8E1C-07129B142A2D}"/>
    <dgm:cxn modelId="{AD466A49-31BE-4B8C-80F9-89D43E152E9A}" srcId="{70EA0868-7101-4188-B35C-52A3918AC32B}" destId="{E96C4D3A-691B-4235-891F-65087D165451}" srcOrd="0" destOrd="0" parTransId="{3F3F0404-50FD-42B9-8F14-2EAE1E457CF7}" sibTransId="{D9C0E2AE-FD7A-42A1-B97A-8FEF56DFA69D}"/>
    <dgm:cxn modelId="{55AC6E4B-5A56-49E0-89DC-A61E1D0D71CF}" srcId="{8A3A9E56-05DA-4E39-8EBB-377005C934D1}" destId="{A9883D57-81BB-4B37-885B-A34961C67DCE}" srcOrd="0" destOrd="0" parTransId="{4A973770-80B3-4FCF-B48B-DF97A96106BB}" sibTransId="{2006F95B-B691-4997-A59C-C017FB2B01B6}"/>
    <dgm:cxn modelId="{77F8D04B-3163-447D-9137-473A5758FADA}" srcId="{93E06824-1D7A-4CD8-A07A-778C16222A44}" destId="{F79C587A-5636-469B-A341-A3F16DE9DDD6}" srcOrd="3" destOrd="0" parTransId="{25E5DFBD-85F5-4203-8B24-726DF2B2DE24}" sibTransId="{0AA383AB-A200-4986-97A3-B2FDF1E83F0F}"/>
    <dgm:cxn modelId="{05267D74-1E43-47B4-A1F7-70D28A030A83}" type="presOf" srcId="{09BFFACC-742A-4469-B3CB-787B43B4B9D0}" destId="{25F8C74B-DBFB-4B17-B242-1E93CB4B6F49}" srcOrd="0" destOrd="0" presId="urn:microsoft.com/office/officeart/2005/8/layout/vList2"/>
    <dgm:cxn modelId="{CDBF0E7D-500E-4621-9109-A288FC29EB82}" srcId="{93E06824-1D7A-4CD8-A07A-778C16222A44}" destId="{70EA0868-7101-4188-B35C-52A3918AC32B}" srcOrd="2" destOrd="0" parTransId="{F96CCCE8-513E-4016-AD4C-E1F312757F9B}" sibTransId="{A1D316D8-027C-4EF1-A2F2-DA7A5B53D77B}"/>
    <dgm:cxn modelId="{CD092582-151B-4442-AF39-C041629C9655}" type="presOf" srcId="{F79C587A-5636-469B-A341-A3F16DE9DDD6}" destId="{0485BD07-BB2C-4DB3-842D-4F0788F6D434}" srcOrd="0" destOrd="0" presId="urn:microsoft.com/office/officeart/2005/8/layout/vList2"/>
    <dgm:cxn modelId="{0A138895-93AD-4E94-AEC0-E79C5D485EBE}" srcId="{8AC22569-C549-4848-94CD-EAC51F2A5A07}" destId="{A270A4C3-7EC7-4420-86FA-4468EEE3D930}" srcOrd="0" destOrd="0" parTransId="{6FA1B151-504E-4920-AF5C-2AEB6E22C7D2}" sibTransId="{4AF4EF62-578E-4729-BC53-44EF4F154416}"/>
    <dgm:cxn modelId="{B5403C9D-4908-42AE-BF17-32E3042BC11C}" type="presOf" srcId="{A270A4C3-7EC7-4420-86FA-4468EEE3D930}" destId="{B97D9FD6-14D1-4D1A-8A50-640CCDDCFC97}" srcOrd="0" destOrd="0" presId="urn:microsoft.com/office/officeart/2005/8/layout/vList2"/>
    <dgm:cxn modelId="{75F9F79F-E3F3-4D6D-8B7F-6354533F13C3}" srcId="{F70F2159-63B0-4ADE-9AA1-60EB845DA510}" destId="{38D197E2-A06F-40AC-998E-E216B2A41056}" srcOrd="0" destOrd="0" parTransId="{143BE550-A6ED-4F5E-B342-CD1CC1424B69}" sibTransId="{AAC94CAC-F9E6-4BCA-83B8-4C44A5F17218}"/>
    <dgm:cxn modelId="{F19DC0B2-7D87-487C-8AF8-702796603043}" srcId="{93E06824-1D7A-4CD8-A07A-778C16222A44}" destId="{F70F2159-63B0-4ADE-9AA1-60EB845DA510}" srcOrd="1" destOrd="0" parTransId="{B9375FD1-7E98-429C-AE33-135D05C28A69}" sibTransId="{13834F17-2B8F-4117-8299-13767095CA06}"/>
    <dgm:cxn modelId="{60A051B5-8EF1-44F5-B3ED-7E2881BA2C6A}" type="presOf" srcId="{E96C4D3A-691B-4235-891F-65087D165451}" destId="{E81289A5-D093-4DCC-906F-CB1383BE494B}" srcOrd="0" destOrd="0" presId="urn:microsoft.com/office/officeart/2005/8/layout/vList2"/>
    <dgm:cxn modelId="{CEA227BC-F3EE-48B3-9A32-A506DD3875A0}" type="presOf" srcId="{AF9EBF36-8B00-420A-A5AE-8016FD047251}" destId="{95D801C4-2B4D-4AB2-A054-7C92F5663C18}" srcOrd="0" destOrd="0" presId="urn:microsoft.com/office/officeart/2005/8/layout/vList2"/>
    <dgm:cxn modelId="{ECF4DDC6-F196-49FE-80A2-CBA1435D76D2}" type="presOf" srcId="{8F801504-F30B-499B-A79B-00230CA2DCB3}" destId="{25F8C74B-DBFB-4B17-B242-1E93CB4B6F49}" srcOrd="0" destOrd="1" presId="urn:microsoft.com/office/officeart/2005/8/layout/vList2"/>
    <dgm:cxn modelId="{5D0BDDC7-2CD6-4559-8F04-EA5D8CF17A4F}" type="presOf" srcId="{94EC0145-A156-4993-89BC-8F0A5D0C1DD8}" destId="{47101DF5-7025-408D-85CE-AC9477A37F47}" srcOrd="0" destOrd="0" presId="urn:microsoft.com/office/officeart/2005/8/layout/vList2"/>
    <dgm:cxn modelId="{935224D6-8366-45EA-BA8E-5BC4A3B465DA}" type="presOf" srcId="{A9883D57-81BB-4B37-885B-A34961C67DCE}" destId="{67AF5CB6-E5D3-42C8-A1E7-A22C42D0626F}" srcOrd="0" destOrd="0" presId="urn:microsoft.com/office/officeart/2005/8/layout/vList2"/>
    <dgm:cxn modelId="{BC0D4CE4-BC30-4A51-828B-A7B1B6B5A5E9}" type="presOf" srcId="{F70F2159-63B0-4ADE-9AA1-60EB845DA510}" destId="{7CA4FA9C-6AB1-4965-AD60-1C85B3EBE756}" srcOrd="0" destOrd="0" presId="urn:microsoft.com/office/officeart/2005/8/layout/vList2"/>
    <dgm:cxn modelId="{4EEC51EF-092C-4EDE-A7BF-CA2C46BC4C68}" srcId="{93E06824-1D7A-4CD8-A07A-778C16222A44}" destId="{8A3A9E56-05DA-4E39-8EBB-377005C934D1}" srcOrd="4" destOrd="0" parTransId="{D29266E2-A945-43AC-8EC2-1B9E1906EA90}" sibTransId="{1458A193-D04D-4EBA-A779-9C6052EEDC30}"/>
    <dgm:cxn modelId="{3AAB43F2-0717-43AA-8FF0-45A8B11D7EE5}" srcId="{93E06824-1D7A-4CD8-A07A-778C16222A44}" destId="{94EC0145-A156-4993-89BC-8F0A5D0C1DD8}" srcOrd="5" destOrd="0" parTransId="{E48BBBD3-B110-42AA-92AA-9DAE4DAA3102}" sibTransId="{409F907D-3CBA-437C-A191-1FCE4C01592A}"/>
    <dgm:cxn modelId="{26E36BFB-C05F-437F-8A67-328D58B000C3}" srcId="{93E06824-1D7A-4CD8-A07A-778C16222A44}" destId="{8AC22569-C549-4848-94CD-EAC51F2A5A07}" srcOrd="0" destOrd="0" parTransId="{B9DCAD93-2673-4B3B-9348-4CE992EE8648}" sibTransId="{5DE2231E-4C03-495E-9B21-327220630015}"/>
    <dgm:cxn modelId="{BDEB37B3-1035-444D-80CD-197A440D250C}" type="presParOf" srcId="{3650AC4D-9B51-43D6-9A2F-8A5087908F52}" destId="{4B29CEC0-D0C2-4E81-A16F-76DDF611562B}" srcOrd="0" destOrd="0" presId="urn:microsoft.com/office/officeart/2005/8/layout/vList2"/>
    <dgm:cxn modelId="{FEA1CB77-80F8-4F06-9719-962E685B7C6F}" type="presParOf" srcId="{3650AC4D-9B51-43D6-9A2F-8A5087908F52}" destId="{B97D9FD6-14D1-4D1A-8A50-640CCDDCFC97}" srcOrd="1" destOrd="0" presId="urn:microsoft.com/office/officeart/2005/8/layout/vList2"/>
    <dgm:cxn modelId="{7518BDA5-0279-42FC-9A4E-512E8D089ED3}" type="presParOf" srcId="{3650AC4D-9B51-43D6-9A2F-8A5087908F52}" destId="{7CA4FA9C-6AB1-4965-AD60-1C85B3EBE756}" srcOrd="2" destOrd="0" presId="urn:microsoft.com/office/officeart/2005/8/layout/vList2"/>
    <dgm:cxn modelId="{B16D2C4A-4753-4F37-BD20-E94982187DD8}" type="presParOf" srcId="{3650AC4D-9B51-43D6-9A2F-8A5087908F52}" destId="{E0558B84-B203-4E81-8FF8-E67C22260AD7}" srcOrd="3" destOrd="0" presId="urn:microsoft.com/office/officeart/2005/8/layout/vList2"/>
    <dgm:cxn modelId="{13B3A53E-B180-460C-B7E4-B1C58AB015B4}" type="presParOf" srcId="{3650AC4D-9B51-43D6-9A2F-8A5087908F52}" destId="{6C4142D0-3DB5-4E41-B2F8-FF4B40EE124E}" srcOrd="4" destOrd="0" presId="urn:microsoft.com/office/officeart/2005/8/layout/vList2"/>
    <dgm:cxn modelId="{B0C8C0CD-BAF2-4526-B60C-37061AEA7656}" type="presParOf" srcId="{3650AC4D-9B51-43D6-9A2F-8A5087908F52}" destId="{E81289A5-D093-4DCC-906F-CB1383BE494B}" srcOrd="5" destOrd="0" presId="urn:microsoft.com/office/officeart/2005/8/layout/vList2"/>
    <dgm:cxn modelId="{9612E38B-B015-4E4B-90D1-42BC1F711732}" type="presParOf" srcId="{3650AC4D-9B51-43D6-9A2F-8A5087908F52}" destId="{0485BD07-BB2C-4DB3-842D-4F0788F6D434}" srcOrd="6" destOrd="0" presId="urn:microsoft.com/office/officeart/2005/8/layout/vList2"/>
    <dgm:cxn modelId="{C9765D74-8241-427B-91D7-6F5EF5EE14AB}" type="presParOf" srcId="{3650AC4D-9B51-43D6-9A2F-8A5087908F52}" destId="{95D801C4-2B4D-4AB2-A054-7C92F5663C18}" srcOrd="7" destOrd="0" presId="urn:microsoft.com/office/officeart/2005/8/layout/vList2"/>
    <dgm:cxn modelId="{11AAC323-904B-4923-BA3C-86B867A92E4E}" type="presParOf" srcId="{3650AC4D-9B51-43D6-9A2F-8A5087908F52}" destId="{A5A85A40-73C4-4E25-AFCF-AD200B86655F}" srcOrd="8" destOrd="0" presId="urn:microsoft.com/office/officeart/2005/8/layout/vList2"/>
    <dgm:cxn modelId="{B61EEDCF-43E9-49FA-89BE-81D7D924D46E}" type="presParOf" srcId="{3650AC4D-9B51-43D6-9A2F-8A5087908F52}" destId="{67AF5CB6-E5D3-42C8-A1E7-A22C42D0626F}" srcOrd="9" destOrd="0" presId="urn:microsoft.com/office/officeart/2005/8/layout/vList2"/>
    <dgm:cxn modelId="{F87F8401-8BD0-43CE-A83D-156A25802D59}" type="presParOf" srcId="{3650AC4D-9B51-43D6-9A2F-8A5087908F52}" destId="{47101DF5-7025-408D-85CE-AC9477A37F47}" srcOrd="10" destOrd="0" presId="urn:microsoft.com/office/officeart/2005/8/layout/vList2"/>
    <dgm:cxn modelId="{FDD98A6A-EC68-474C-8A2A-A8A5F39E3CB6}" type="presParOf" srcId="{3650AC4D-9B51-43D6-9A2F-8A5087908F52}" destId="{25F8C74B-DBFB-4B17-B242-1E93CB4B6F49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06A1B2-9C75-4251-BB68-D0FE6E3DB847}" type="doc">
      <dgm:prSet loTypeId="urn:microsoft.com/office/officeart/2008/layout/TitlePictureLineup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73093C-D326-4F68-AA7B-8CB5BB26D98C}">
      <dgm:prSet phldrT="[Text]" phldr="0"/>
      <dgm:spPr/>
      <dgm:t>
        <a:bodyPr/>
        <a:lstStyle/>
        <a:p>
          <a:r>
            <a:rPr lang="en-GB" noProof="0" dirty="0"/>
            <a:t>What was achieved</a:t>
          </a:r>
        </a:p>
      </dgm:t>
    </dgm:pt>
    <dgm:pt modelId="{A8A20EF1-BAEB-4BA6-9F34-B07330C54B6C}" type="parTrans" cxnId="{9EC5DE45-466B-46E0-90E6-062F23B0BD42}">
      <dgm:prSet/>
      <dgm:spPr/>
      <dgm:t>
        <a:bodyPr/>
        <a:lstStyle/>
        <a:p>
          <a:endParaRPr lang="en-US"/>
        </a:p>
      </dgm:t>
    </dgm:pt>
    <dgm:pt modelId="{08821853-37F9-456E-AC4C-DE682BDF6A80}" type="sibTrans" cxnId="{9EC5DE45-466B-46E0-90E6-062F23B0BD42}">
      <dgm:prSet/>
      <dgm:spPr/>
      <dgm:t>
        <a:bodyPr/>
        <a:lstStyle/>
        <a:p>
          <a:endParaRPr lang="en-US"/>
        </a:p>
      </dgm:t>
    </dgm:pt>
    <dgm:pt modelId="{C4037AF3-1589-452C-9FDC-A74B1D61D043}">
      <dgm:prSet phldrT="[Text]" phldr="0"/>
      <dgm:spPr/>
      <dgm:t>
        <a:bodyPr/>
        <a:lstStyle/>
        <a:p>
          <a:r>
            <a:rPr lang="en-GB" noProof="0" dirty="0"/>
            <a:t>Full lifecycle coverage</a:t>
          </a:r>
        </a:p>
      </dgm:t>
    </dgm:pt>
    <dgm:pt modelId="{BB977081-98D7-47EC-B040-F4A42C251368}" type="parTrans" cxnId="{AADCE45A-733D-4A5A-BB5D-10E4968F2BC8}">
      <dgm:prSet/>
      <dgm:spPr/>
      <dgm:t>
        <a:bodyPr/>
        <a:lstStyle/>
        <a:p>
          <a:endParaRPr lang="en-US"/>
        </a:p>
      </dgm:t>
    </dgm:pt>
    <dgm:pt modelId="{878A0319-F2BD-45A6-8E39-E07EAF728953}" type="sibTrans" cxnId="{AADCE45A-733D-4A5A-BB5D-10E4968F2BC8}">
      <dgm:prSet/>
      <dgm:spPr/>
      <dgm:t>
        <a:bodyPr/>
        <a:lstStyle/>
        <a:p>
          <a:endParaRPr lang="en-US"/>
        </a:p>
      </dgm:t>
    </dgm:pt>
    <dgm:pt modelId="{E6A0D3FA-E0EC-4B6F-BD8A-43C682570AF0}">
      <dgm:prSet phldrT="[Text]" phldr="0"/>
      <dgm:spPr/>
      <dgm:t>
        <a:bodyPr/>
        <a:lstStyle/>
        <a:p>
          <a:r>
            <a:rPr lang="en-GB" noProof="0" dirty="0"/>
            <a:t>Serious zero-trust perimeter</a:t>
          </a:r>
        </a:p>
      </dgm:t>
    </dgm:pt>
    <dgm:pt modelId="{BA7F528F-DDE6-46BA-8E58-E39481FFD61C}" type="parTrans" cxnId="{7F7DBF02-47C6-48C8-B1ED-ECC572142196}">
      <dgm:prSet/>
      <dgm:spPr/>
      <dgm:t>
        <a:bodyPr/>
        <a:lstStyle/>
        <a:p>
          <a:endParaRPr lang="en-US"/>
        </a:p>
      </dgm:t>
    </dgm:pt>
    <dgm:pt modelId="{1C1D51CB-4E28-4BBD-9CD6-8C4A77BF62AD}" type="sibTrans" cxnId="{7F7DBF02-47C6-48C8-B1ED-ECC572142196}">
      <dgm:prSet/>
      <dgm:spPr/>
      <dgm:t>
        <a:bodyPr/>
        <a:lstStyle/>
        <a:p>
          <a:endParaRPr lang="en-US"/>
        </a:p>
      </dgm:t>
    </dgm:pt>
    <dgm:pt modelId="{9692ED6B-1056-4902-8E74-8D1A4066CB9C}">
      <dgm:prSet phldrT="[Text]" phldr="0"/>
      <dgm:spPr/>
      <dgm:t>
        <a:bodyPr/>
        <a:lstStyle/>
        <a:p>
          <a:r>
            <a:rPr lang="en-GB" noProof="0" dirty="0"/>
            <a:t>Lessons learned</a:t>
          </a:r>
        </a:p>
      </dgm:t>
    </dgm:pt>
    <dgm:pt modelId="{3208BB37-C40E-4C0C-AC16-1DE0EAE1DA74}" type="parTrans" cxnId="{C05B27D3-F0F5-4A05-A4C6-B610D3633FAA}">
      <dgm:prSet/>
      <dgm:spPr/>
      <dgm:t>
        <a:bodyPr/>
        <a:lstStyle/>
        <a:p>
          <a:endParaRPr lang="en-US"/>
        </a:p>
      </dgm:t>
    </dgm:pt>
    <dgm:pt modelId="{99116C2B-BB4D-4720-A43A-36ADD7E694B5}" type="sibTrans" cxnId="{C05B27D3-F0F5-4A05-A4C6-B610D3633FAA}">
      <dgm:prSet/>
      <dgm:spPr/>
      <dgm:t>
        <a:bodyPr/>
        <a:lstStyle/>
        <a:p>
          <a:endParaRPr lang="en-US"/>
        </a:p>
      </dgm:t>
    </dgm:pt>
    <dgm:pt modelId="{43763532-E29D-4D3D-BA33-C04C3A5C38BB}">
      <dgm:prSet phldrT="[Text]" phldr="0"/>
      <dgm:spPr/>
      <dgm:t>
        <a:bodyPr/>
        <a:lstStyle/>
        <a:p>
          <a:r>
            <a:rPr lang="en-GB" noProof="0" dirty="0"/>
            <a:t>Trust boundaries</a:t>
          </a:r>
        </a:p>
      </dgm:t>
    </dgm:pt>
    <dgm:pt modelId="{554C303A-D686-4028-BE32-B0990E674299}" type="parTrans" cxnId="{7310593B-1E7C-4568-97BD-96BF1B17C6DB}">
      <dgm:prSet/>
      <dgm:spPr/>
      <dgm:t>
        <a:bodyPr/>
        <a:lstStyle/>
        <a:p>
          <a:endParaRPr lang="en-US"/>
        </a:p>
      </dgm:t>
    </dgm:pt>
    <dgm:pt modelId="{0CB622F2-DDC9-43C8-905E-E27DFC729075}" type="sibTrans" cxnId="{7310593B-1E7C-4568-97BD-96BF1B17C6DB}">
      <dgm:prSet/>
      <dgm:spPr/>
      <dgm:t>
        <a:bodyPr/>
        <a:lstStyle/>
        <a:p>
          <a:endParaRPr lang="en-US"/>
        </a:p>
      </dgm:t>
    </dgm:pt>
    <dgm:pt modelId="{3178F106-53F0-4778-ADC7-A9C2F9910941}">
      <dgm:prSet phldrT="[Text]" phldr="0"/>
      <dgm:spPr/>
      <dgm:t>
        <a:bodyPr/>
        <a:lstStyle/>
        <a:p>
          <a:r>
            <a:rPr lang="en-GB" noProof="0" dirty="0"/>
            <a:t>Future work</a:t>
          </a:r>
        </a:p>
      </dgm:t>
    </dgm:pt>
    <dgm:pt modelId="{DC2A350F-16CE-4617-A4AD-4E1B9D576305}" type="parTrans" cxnId="{34303C85-A01D-49FD-8188-2F23174931B3}">
      <dgm:prSet/>
      <dgm:spPr/>
      <dgm:t>
        <a:bodyPr/>
        <a:lstStyle/>
        <a:p>
          <a:endParaRPr lang="en-US"/>
        </a:p>
      </dgm:t>
    </dgm:pt>
    <dgm:pt modelId="{8AE60FB4-3310-41A0-A664-5A4E90299208}" type="sibTrans" cxnId="{34303C85-A01D-49FD-8188-2F23174931B3}">
      <dgm:prSet/>
      <dgm:spPr/>
      <dgm:t>
        <a:bodyPr/>
        <a:lstStyle/>
        <a:p>
          <a:endParaRPr lang="en-US"/>
        </a:p>
      </dgm:t>
    </dgm:pt>
    <dgm:pt modelId="{752B2C66-21F4-4B2D-A551-595B40BD1A38}">
      <dgm:prSet phldrT="[Text]" phldr="0"/>
      <dgm:spPr/>
      <dgm:t>
        <a:bodyPr/>
        <a:lstStyle/>
        <a:p>
          <a:r>
            <a:rPr lang="en-GB" noProof="0" dirty="0"/>
            <a:t>Hardening for production</a:t>
          </a:r>
        </a:p>
      </dgm:t>
    </dgm:pt>
    <dgm:pt modelId="{74DF2BAB-3823-4C28-A73B-25D1CEE9DF92}" type="parTrans" cxnId="{E45C1808-21B5-4353-8343-949AB15875AD}">
      <dgm:prSet/>
      <dgm:spPr/>
      <dgm:t>
        <a:bodyPr/>
        <a:lstStyle/>
        <a:p>
          <a:endParaRPr lang="en-US"/>
        </a:p>
      </dgm:t>
    </dgm:pt>
    <dgm:pt modelId="{5D55E480-6485-4D5E-B8ED-D4FAFF2B92FB}" type="sibTrans" cxnId="{E45C1808-21B5-4353-8343-949AB15875AD}">
      <dgm:prSet/>
      <dgm:spPr/>
      <dgm:t>
        <a:bodyPr/>
        <a:lstStyle/>
        <a:p>
          <a:endParaRPr lang="en-US"/>
        </a:p>
      </dgm:t>
    </dgm:pt>
    <dgm:pt modelId="{5EF78AFD-9E70-4AB0-B4A8-45071778A9ED}">
      <dgm:prSet phldrT="[Text]" phldr="0"/>
      <dgm:spPr/>
      <dgm:t>
        <a:bodyPr/>
        <a:lstStyle/>
        <a:p>
          <a:r>
            <a:rPr lang="en-GB" noProof="0" dirty="0"/>
            <a:t>Testing/UX extension</a:t>
          </a:r>
        </a:p>
      </dgm:t>
    </dgm:pt>
    <dgm:pt modelId="{64044352-7032-41DC-8568-26E2B0C19C99}" type="parTrans" cxnId="{5C9D9624-DAED-432A-B9D0-66964EBCAC55}">
      <dgm:prSet/>
      <dgm:spPr/>
      <dgm:t>
        <a:bodyPr/>
        <a:lstStyle/>
        <a:p>
          <a:endParaRPr lang="en-US"/>
        </a:p>
      </dgm:t>
    </dgm:pt>
    <dgm:pt modelId="{F6C7B639-1FC7-44CC-B3D0-8917C93E53B4}" type="sibTrans" cxnId="{5C9D9624-DAED-432A-B9D0-66964EBCAC55}">
      <dgm:prSet/>
      <dgm:spPr/>
      <dgm:t>
        <a:bodyPr/>
        <a:lstStyle/>
        <a:p>
          <a:endParaRPr lang="en-US"/>
        </a:p>
      </dgm:t>
    </dgm:pt>
    <dgm:pt modelId="{FDA6B478-8402-4DB9-B82E-710C16857C8F}">
      <dgm:prSet phldrT="[Text]" phldr="0"/>
      <dgm:spPr/>
      <dgm:t>
        <a:bodyPr/>
        <a:lstStyle/>
        <a:p>
          <a:r>
            <a:rPr lang="en-GB" noProof="0" dirty="0"/>
            <a:t>Feature completion</a:t>
          </a:r>
        </a:p>
      </dgm:t>
    </dgm:pt>
    <dgm:pt modelId="{A6D089C3-2C9F-4151-8F1B-9365C54D8C36}" type="parTrans" cxnId="{69B87D3A-96FC-4CEE-BF7C-30E305CD3E88}">
      <dgm:prSet/>
      <dgm:spPr/>
      <dgm:t>
        <a:bodyPr/>
        <a:lstStyle/>
        <a:p>
          <a:endParaRPr lang="en-US"/>
        </a:p>
      </dgm:t>
    </dgm:pt>
    <dgm:pt modelId="{2298AC39-861B-4252-860C-59A665E95EB9}" type="sibTrans" cxnId="{69B87D3A-96FC-4CEE-BF7C-30E305CD3E88}">
      <dgm:prSet/>
      <dgm:spPr/>
      <dgm:t>
        <a:bodyPr/>
        <a:lstStyle/>
        <a:p>
          <a:endParaRPr lang="en-US"/>
        </a:p>
      </dgm:t>
    </dgm:pt>
    <dgm:pt modelId="{08C76CA7-F136-42E8-98BB-87368954DD07}">
      <dgm:prSet phldrT="[Text]" phldr="0"/>
      <dgm:spPr/>
      <dgm:t>
        <a:bodyPr/>
        <a:lstStyle/>
        <a:p>
          <a:r>
            <a:rPr lang="en-GB" noProof="0" dirty="0"/>
            <a:t>Architecture patterns</a:t>
          </a:r>
        </a:p>
      </dgm:t>
    </dgm:pt>
    <dgm:pt modelId="{70FA7405-C4BF-40FC-85ED-94A5CD0B8D2E}" type="parTrans" cxnId="{D37E3535-861A-4DD4-A1E8-18EF31AE56E9}">
      <dgm:prSet/>
      <dgm:spPr/>
      <dgm:t>
        <a:bodyPr/>
        <a:lstStyle/>
        <a:p>
          <a:endParaRPr lang="en-US"/>
        </a:p>
      </dgm:t>
    </dgm:pt>
    <dgm:pt modelId="{D77D8D0E-D593-4544-8C37-B817DECA17F2}" type="sibTrans" cxnId="{D37E3535-861A-4DD4-A1E8-18EF31AE56E9}">
      <dgm:prSet/>
      <dgm:spPr/>
      <dgm:t>
        <a:bodyPr/>
        <a:lstStyle/>
        <a:p>
          <a:endParaRPr lang="en-US"/>
        </a:p>
      </dgm:t>
    </dgm:pt>
    <dgm:pt modelId="{415D3F27-4B56-4BB8-951C-C6F037301922}">
      <dgm:prSet phldrT="[Text]" phldr="0"/>
      <dgm:spPr/>
      <dgm:t>
        <a:bodyPr/>
        <a:lstStyle/>
        <a:p>
          <a:r>
            <a:rPr lang="en-GB" noProof="0" dirty="0"/>
            <a:t>Full containerized stack</a:t>
          </a:r>
        </a:p>
      </dgm:t>
    </dgm:pt>
    <dgm:pt modelId="{88A37EA8-BBC8-43B7-9990-ECF1850FD86B}" type="parTrans" cxnId="{C7CDAF29-6DD0-4C7D-B324-07223E9F7FBC}">
      <dgm:prSet/>
      <dgm:spPr/>
      <dgm:t>
        <a:bodyPr/>
        <a:lstStyle/>
        <a:p>
          <a:endParaRPr lang="en-US"/>
        </a:p>
      </dgm:t>
    </dgm:pt>
    <dgm:pt modelId="{4F019BB3-6EF4-4F7D-8780-D4746965F45D}" type="sibTrans" cxnId="{C7CDAF29-6DD0-4C7D-B324-07223E9F7FBC}">
      <dgm:prSet/>
      <dgm:spPr/>
      <dgm:t>
        <a:bodyPr/>
        <a:lstStyle/>
        <a:p>
          <a:endParaRPr lang="en-US"/>
        </a:p>
      </dgm:t>
    </dgm:pt>
    <dgm:pt modelId="{52D32B1C-4308-42D4-B862-5FE29C7D08F1}">
      <dgm:prSet phldrT="[Text]" phldr="0"/>
      <dgm:spPr/>
      <dgm:t>
        <a:bodyPr/>
        <a:lstStyle/>
        <a:p>
          <a:r>
            <a:rPr lang="en-GB" noProof="0" dirty="0"/>
            <a:t>Self-managed execution</a:t>
          </a:r>
        </a:p>
      </dgm:t>
    </dgm:pt>
    <dgm:pt modelId="{2D218DD6-2FDF-4C04-9A66-065BBC83C560}" type="parTrans" cxnId="{5EB589D6-A457-43A1-9C89-FE78167AA8A6}">
      <dgm:prSet/>
      <dgm:spPr/>
    </dgm:pt>
    <dgm:pt modelId="{A3107795-1F9E-48CA-BCCD-9B2EEC39FE22}" type="sibTrans" cxnId="{5EB589D6-A457-43A1-9C89-FE78167AA8A6}">
      <dgm:prSet/>
      <dgm:spPr/>
    </dgm:pt>
    <dgm:pt modelId="{3B7157AF-FDC6-42D5-A5C0-AB02EE60BACF}" type="pres">
      <dgm:prSet presAssocID="{8606A1B2-9C75-4251-BB68-D0FE6E3DB847}" presName="Name0" presStyleCnt="0">
        <dgm:presLayoutVars>
          <dgm:dir/>
        </dgm:presLayoutVars>
      </dgm:prSet>
      <dgm:spPr/>
    </dgm:pt>
    <dgm:pt modelId="{83D52B67-BCD2-4C15-AD39-9FDDA3E09FAC}" type="pres">
      <dgm:prSet presAssocID="{FE73093C-D326-4F68-AA7B-8CB5BB26D98C}" presName="composite" presStyleCnt="0"/>
      <dgm:spPr/>
    </dgm:pt>
    <dgm:pt modelId="{375BBD3A-55EE-4AC8-9A50-99DF186A27D4}" type="pres">
      <dgm:prSet presAssocID="{FE73093C-D326-4F68-AA7B-8CB5BB26D98C}" presName="Accent" presStyleLbl="alignAcc1" presStyleIdx="0" presStyleCnt="3"/>
      <dgm:spPr/>
    </dgm:pt>
    <dgm:pt modelId="{8B0D927D-B535-4124-AF59-1209F4DA14EE}" type="pres">
      <dgm:prSet presAssocID="{FE73093C-D326-4F68-AA7B-8CB5BB26D98C}" presName="Image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</dgm:spPr>
      <dgm:extLst>
        <a:ext uri="{E40237B7-FDA0-4F09-8148-C483321AD2D9}">
          <dgm14:cNvPr xmlns:dgm14="http://schemas.microsoft.com/office/drawing/2010/diagram" id="0" name="" descr="Architecture with solid fill"/>
        </a:ext>
      </dgm:extLst>
    </dgm:pt>
    <dgm:pt modelId="{7EB66F6E-EB0E-443F-A878-2DBB042B5130}" type="pres">
      <dgm:prSet presAssocID="{FE73093C-D326-4F68-AA7B-8CB5BB26D98C}" presName="Child" presStyleLbl="revTx" presStyleIdx="0" presStyleCnt="3">
        <dgm:presLayoutVars>
          <dgm:bulletEnabled val="1"/>
        </dgm:presLayoutVars>
      </dgm:prSet>
      <dgm:spPr/>
    </dgm:pt>
    <dgm:pt modelId="{D4F36751-0E10-42E7-9953-C002DD01853E}" type="pres">
      <dgm:prSet presAssocID="{FE73093C-D326-4F68-AA7B-8CB5BB26D98C}" presName="Parent" presStyleLbl="alignNode1" presStyleIdx="0" presStyleCnt="3">
        <dgm:presLayoutVars>
          <dgm:bulletEnabled val="1"/>
        </dgm:presLayoutVars>
      </dgm:prSet>
      <dgm:spPr/>
    </dgm:pt>
    <dgm:pt modelId="{46C82D57-5CA0-4E9B-884D-03D7CB4D79AB}" type="pres">
      <dgm:prSet presAssocID="{08821853-37F9-456E-AC4C-DE682BDF6A80}" presName="sibTrans" presStyleCnt="0"/>
      <dgm:spPr/>
    </dgm:pt>
    <dgm:pt modelId="{FF9063A1-9EE4-4108-B4E2-D29BD8B4A3CF}" type="pres">
      <dgm:prSet presAssocID="{9692ED6B-1056-4902-8E74-8D1A4066CB9C}" presName="composite" presStyleCnt="0"/>
      <dgm:spPr/>
    </dgm:pt>
    <dgm:pt modelId="{49487D76-6DF4-4FA8-8AEA-EA8666DA3AD3}" type="pres">
      <dgm:prSet presAssocID="{9692ED6B-1056-4902-8E74-8D1A4066CB9C}" presName="Accent" presStyleLbl="alignAcc1" presStyleIdx="1" presStyleCnt="3"/>
      <dgm:spPr/>
    </dgm:pt>
    <dgm:pt modelId="{BE6FAA02-158D-4DD7-8094-07BE7D221D31}" type="pres">
      <dgm:prSet presAssocID="{9692ED6B-1056-4902-8E74-8D1A4066CB9C}" presName="Image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 with solid fill"/>
        </a:ext>
      </dgm:extLst>
    </dgm:pt>
    <dgm:pt modelId="{3F40C692-BBDA-497D-B8FF-3D3DB8895F0C}" type="pres">
      <dgm:prSet presAssocID="{9692ED6B-1056-4902-8E74-8D1A4066CB9C}" presName="Child" presStyleLbl="revTx" presStyleIdx="1" presStyleCnt="3">
        <dgm:presLayoutVars>
          <dgm:bulletEnabled val="1"/>
        </dgm:presLayoutVars>
      </dgm:prSet>
      <dgm:spPr/>
    </dgm:pt>
    <dgm:pt modelId="{414566AB-4C3D-4C1C-B016-61DDE5895D82}" type="pres">
      <dgm:prSet presAssocID="{9692ED6B-1056-4902-8E74-8D1A4066CB9C}" presName="Parent" presStyleLbl="alignNode1" presStyleIdx="1" presStyleCnt="3">
        <dgm:presLayoutVars>
          <dgm:bulletEnabled val="1"/>
        </dgm:presLayoutVars>
      </dgm:prSet>
      <dgm:spPr/>
    </dgm:pt>
    <dgm:pt modelId="{3569A1A4-AE43-4AFA-83D7-02CE5D9EDAC9}" type="pres">
      <dgm:prSet presAssocID="{99116C2B-BB4D-4720-A43A-36ADD7E694B5}" presName="sibTrans" presStyleCnt="0"/>
      <dgm:spPr/>
    </dgm:pt>
    <dgm:pt modelId="{09C6140E-624E-489F-89E8-DF72622F3864}" type="pres">
      <dgm:prSet presAssocID="{3178F106-53F0-4778-ADC7-A9C2F9910941}" presName="composite" presStyleCnt="0"/>
      <dgm:spPr/>
    </dgm:pt>
    <dgm:pt modelId="{66472F42-1840-4FFC-BDFE-E3837153BDA2}" type="pres">
      <dgm:prSet presAssocID="{3178F106-53F0-4778-ADC7-A9C2F9910941}" presName="Accent" presStyleLbl="alignAcc1" presStyleIdx="2" presStyleCnt="3"/>
      <dgm:spPr/>
    </dgm:pt>
    <dgm:pt modelId="{A5DBE32E-E875-4535-A43F-67BE983A0D42}" type="pres">
      <dgm:prSet presAssocID="{3178F106-53F0-4778-ADC7-A9C2F9910941}" presName="Image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8000" b="-8000"/>
          </a:stretch>
        </a:blipFill>
      </dgm:spPr>
      <dgm:extLst>
        <a:ext uri="{E40237B7-FDA0-4F09-8148-C483321AD2D9}">
          <dgm14:cNvPr xmlns:dgm14="http://schemas.microsoft.com/office/drawing/2010/diagram" id="0" name="" descr="Compass with solid fill"/>
        </a:ext>
      </dgm:extLst>
    </dgm:pt>
    <dgm:pt modelId="{BB2C4306-4DD8-4252-AEF1-E4DD87F1C193}" type="pres">
      <dgm:prSet presAssocID="{3178F106-53F0-4778-ADC7-A9C2F9910941}" presName="Child" presStyleLbl="revTx" presStyleIdx="2" presStyleCnt="3">
        <dgm:presLayoutVars>
          <dgm:bulletEnabled val="1"/>
        </dgm:presLayoutVars>
      </dgm:prSet>
      <dgm:spPr/>
    </dgm:pt>
    <dgm:pt modelId="{894E1D88-EC3D-4AB0-AFAC-09D16FF5EF02}" type="pres">
      <dgm:prSet presAssocID="{3178F106-53F0-4778-ADC7-A9C2F9910941}" presName="Parent" presStyleLbl="alignNode1" presStyleIdx="2" presStyleCnt="3">
        <dgm:presLayoutVars>
          <dgm:bulletEnabled val="1"/>
        </dgm:presLayoutVars>
      </dgm:prSet>
      <dgm:spPr/>
    </dgm:pt>
  </dgm:ptLst>
  <dgm:cxnLst>
    <dgm:cxn modelId="{7F7DBF02-47C6-48C8-B1ED-ECC572142196}" srcId="{FE73093C-D326-4F68-AA7B-8CB5BB26D98C}" destId="{E6A0D3FA-E0EC-4B6F-BD8A-43C682570AF0}" srcOrd="1" destOrd="0" parTransId="{BA7F528F-DDE6-46BA-8E58-E39481FFD61C}" sibTransId="{1C1D51CB-4E28-4BBD-9CD6-8C4A77BF62AD}"/>
    <dgm:cxn modelId="{D07CED05-585F-4C0A-8743-877416082DEB}" type="presOf" srcId="{52D32B1C-4308-42D4-B862-5FE29C7D08F1}" destId="{3F40C692-BBDA-497D-B8FF-3D3DB8895F0C}" srcOrd="0" destOrd="2" presId="urn:microsoft.com/office/officeart/2008/layout/TitlePictureLineup"/>
    <dgm:cxn modelId="{E45C1808-21B5-4353-8343-949AB15875AD}" srcId="{3178F106-53F0-4778-ADC7-A9C2F9910941}" destId="{752B2C66-21F4-4B2D-A551-595B40BD1A38}" srcOrd="0" destOrd="0" parTransId="{74DF2BAB-3823-4C28-A73B-25D1CEE9DF92}" sibTransId="{5D55E480-6485-4D5E-B8ED-D4FAFF2B92FB}"/>
    <dgm:cxn modelId="{41D27C20-633C-4F91-B4B6-4ECB6D0757E8}" type="presOf" srcId="{8606A1B2-9C75-4251-BB68-D0FE6E3DB847}" destId="{3B7157AF-FDC6-42D5-A5C0-AB02EE60BACF}" srcOrd="0" destOrd="0" presId="urn:microsoft.com/office/officeart/2008/layout/TitlePictureLineup"/>
    <dgm:cxn modelId="{5C9D9624-DAED-432A-B9D0-66964EBCAC55}" srcId="{3178F106-53F0-4778-ADC7-A9C2F9910941}" destId="{5EF78AFD-9E70-4AB0-B4A8-45071778A9ED}" srcOrd="1" destOrd="0" parTransId="{64044352-7032-41DC-8568-26E2B0C19C99}" sibTransId="{F6C7B639-1FC7-44CC-B3D0-8917C93E53B4}"/>
    <dgm:cxn modelId="{C7CDAF29-6DD0-4C7D-B324-07223E9F7FBC}" srcId="{FE73093C-D326-4F68-AA7B-8CB5BB26D98C}" destId="{415D3F27-4B56-4BB8-951C-C6F037301922}" srcOrd="2" destOrd="0" parTransId="{88A37EA8-BBC8-43B7-9990-ECF1850FD86B}" sibTransId="{4F019BB3-6EF4-4F7D-8780-D4746965F45D}"/>
    <dgm:cxn modelId="{D37E3535-861A-4DD4-A1E8-18EF31AE56E9}" srcId="{9692ED6B-1056-4902-8E74-8D1A4066CB9C}" destId="{08C76CA7-F136-42E8-98BB-87368954DD07}" srcOrd="1" destOrd="0" parTransId="{70FA7405-C4BF-40FC-85ED-94A5CD0B8D2E}" sibTransId="{D77D8D0E-D593-4544-8C37-B817DECA17F2}"/>
    <dgm:cxn modelId="{69B87D3A-96FC-4CEE-BF7C-30E305CD3E88}" srcId="{3178F106-53F0-4778-ADC7-A9C2F9910941}" destId="{FDA6B478-8402-4DB9-B82E-710C16857C8F}" srcOrd="2" destOrd="0" parTransId="{A6D089C3-2C9F-4151-8F1B-9365C54D8C36}" sibTransId="{2298AC39-861B-4252-860C-59A665E95EB9}"/>
    <dgm:cxn modelId="{7310593B-1E7C-4568-97BD-96BF1B17C6DB}" srcId="{9692ED6B-1056-4902-8E74-8D1A4066CB9C}" destId="{43763532-E29D-4D3D-BA33-C04C3A5C38BB}" srcOrd="0" destOrd="0" parTransId="{554C303A-D686-4028-BE32-B0990E674299}" sibTransId="{0CB622F2-DDC9-43C8-905E-E27DFC729075}"/>
    <dgm:cxn modelId="{7074CF3D-9BC4-4C6D-AB06-C85696C920F0}" type="presOf" srcId="{5EF78AFD-9E70-4AB0-B4A8-45071778A9ED}" destId="{BB2C4306-4DD8-4252-AEF1-E4DD87F1C193}" srcOrd="0" destOrd="1" presId="urn:microsoft.com/office/officeart/2008/layout/TitlePictureLineup"/>
    <dgm:cxn modelId="{9EC5DE45-466B-46E0-90E6-062F23B0BD42}" srcId="{8606A1B2-9C75-4251-BB68-D0FE6E3DB847}" destId="{FE73093C-D326-4F68-AA7B-8CB5BB26D98C}" srcOrd="0" destOrd="0" parTransId="{A8A20EF1-BAEB-4BA6-9F34-B07330C54B6C}" sibTransId="{08821853-37F9-456E-AC4C-DE682BDF6A80}"/>
    <dgm:cxn modelId="{D4E3E745-DBA6-40A0-9360-8AFA5446231C}" type="presOf" srcId="{43763532-E29D-4D3D-BA33-C04C3A5C38BB}" destId="{3F40C692-BBDA-497D-B8FF-3D3DB8895F0C}" srcOrd="0" destOrd="0" presId="urn:microsoft.com/office/officeart/2008/layout/TitlePictureLineup"/>
    <dgm:cxn modelId="{C9830C48-1AAC-4662-89CF-6344D7C5F41A}" type="presOf" srcId="{FDA6B478-8402-4DB9-B82E-710C16857C8F}" destId="{BB2C4306-4DD8-4252-AEF1-E4DD87F1C193}" srcOrd="0" destOrd="2" presId="urn:microsoft.com/office/officeart/2008/layout/TitlePictureLineup"/>
    <dgm:cxn modelId="{1C1A984F-CC9B-44CD-892A-A71545A75660}" type="presOf" srcId="{752B2C66-21F4-4B2D-A551-595B40BD1A38}" destId="{BB2C4306-4DD8-4252-AEF1-E4DD87F1C193}" srcOrd="0" destOrd="0" presId="urn:microsoft.com/office/officeart/2008/layout/TitlePictureLineup"/>
    <dgm:cxn modelId="{E0489572-E02B-45CC-9EED-629413EE3712}" type="presOf" srcId="{FE73093C-D326-4F68-AA7B-8CB5BB26D98C}" destId="{D4F36751-0E10-42E7-9953-C002DD01853E}" srcOrd="0" destOrd="0" presId="urn:microsoft.com/office/officeart/2008/layout/TitlePictureLineup"/>
    <dgm:cxn modelId="{AADCE45A-733D-4A5A-BB5D-10E4968F2BC8}" srcId="{FE73093C-D326-4F68-AA7B-8CB5BB26D98C}" destId="{C4037AF3-1589-452C-9FDC-A74B1D61D043}" srcOrd="0" destOrd="0" parTransId="{BB977081-98D7-47EC-B040-F4A42C251368}" sibTransId="{878A0319-F2BD-45A6-8E39-E07EAF728953}"/>
    <dgm:cxn modelId="{16BADC81-3A99-473D-8ED2-B7C7AAD17DD5}" type="presOf" srcId="{E6A0D3FA-E0EC-4B6F-BD8A-43C682570AF0}" destId="{7EB66F6E-EB0E-443F-A878-2DBB042B5130}" srcOrd="0" destOrd="1" presId="urn:microsoft.com/office/officeart/2008/layout/TitlePictureLineup"/>
    <dgm:cxn modelId="{34303C85-A01D-49FD-8188-2F23174931B3}" srcId="{8606A1B2-9C75-4251-BB68-D0FE6E3DB847}" destId="{3178F106-53F0-4778-ADC7-A9C2F9910941}" srcOrd="2" destOrd="0" parTransId="{DC2A350F-16CE-4617-A4AD-4E1B9D576305}" sibTransId="{8AE60FB4-3310-41A0-A664-5A4E90299208}"/>
    <dgm:cxn modelId="{81CA6E9D-2CB4-47A9-A8D4-556E4EFCACAF}" type="presOf" srcId="{3178F106-53F0-4778-ADC7-A9C2F9910941}" destId="{894E1D88-EC3D-4AB0-AFAC-09D16FF5EF02}" srcOrd="0" destOrd="0" presId="urn:microsoft.com/office/officeart/2008/layout/TitlePictureLineup"/>
    <dgm:cxn modelId="{F74F1AA4-8EF1-48F6-9E31-26E746F0B04B}" type="presOf" srcId="{415D3F27-4B56-4BB8-951C-C6F037301922}" destId="{7EB66F6E-EB0E-443F-A878-2DBB042B5130}" srcOrd="0" destOrd="2" presId="urn:microsoft.com/office/officeart/2008/layout/TitlePictureLineup"/>
    <dgm:cxn modelId="{C05B27D3-F0F5-4A05-A4C6-B610D3633FAA}" srcId="{8606A1B2-9C75-4251-BB68-D0FE6E3DB847}" destId="{9692ED6B-1056-4902-8E74-8D1A4066CB9C}" srcOrd="1" destOrd="0" parTransId="{3208BB37-C40E-4C0C-AC16-1DE0EAE1DA74}" sibTransId="{99116C2B-BB4D-4720-A43A-36ADD7E694B5}"/>
    <dgm:cxn modelId="{5EB589D6-A457-43A1-9C89-FE78167AA8A6}" srcId="{9692ED6B-1056-4902-8E74-8D1A4066CB9C}" destId="{52D32B1C-4308-42D4-B862-5FE29C7D08F1}" srcOrd="2" destOrd="0" parTransId="{2D218DD6-2FDF-4C04-9A66-065BBC83C560}" sibTransId="{A3107795-1F9E-48CA-BCCD-9B2EEC39FE22}"/>
    <dgm:cxn modelId="{BC6A3BD9-4AED-4B54-B1C0-214D91675B78}" type="presOf" srcId="{08C76CA7-F136-42E8-98BB-87368954DD07}" destId="{3F40C692-BBDA-497D-B8FF-3D3DB8895F0C}" srcOrd="0" destOrd="1" presId="urn:microsoft.com/office/officeart/2008/layout/TitlePictureLineup"/>
    <dgm:cxn modelId="{001FA9F6-2114-4D9F-A33E-8118B5F59DF8}" type="presOf" srcId="{9692ED6B-1056-4902-8E74-8D1A4066CB9C}" destId="{414566AB-4C3D-4C1C-B016-61DDE5895D82}" srcOrd="0" destOrd="0" presId="urn:microsoft.com/office/officeart/2008/layout/TitlePictureLineup"/>
    <dgm:cxn modelId="{34F60CFD-3A89-4A07-AEC7-541F2952D657}" type="presOf" srcId="{C4037AF3-1589-452C-9FDC-A74B1D61D043}" destId="{7EB66F6E-EB0E-443F-A878-2DBB042B5130}" srcOrd="0" destOrd="0" presId="urn:microsoft.com/office/officeart/2008/layout/TitlePictureLineup"/>
    <dgm:cxn modelId="{39AAAAD0-2AC7-4B28-8A45-DF0B9916499B}" type="presParOf" srcId="{3B7157AF-FDC6-42D5-A5C0-AB02EE60BACF}" destId="{83D52B67-BCD2-4C15-AD39-9FDDA3E09FAC}" srcOrd="0" destOrd="0" presId="urn:microsoft.com/office/officeart/2008/layout/TitlePictureLineup"/>
    <dgm:cxn modelId="{0BA2D008-3F9E-49EA-B8F0-292600707E09}" type="presParOf" srcId="{83D52B67-BCD2-4C15-AD39-9FDDA3E09FAC}" destId="{375BBD3A-55EE-4AC8-9A50-99DF186A27D4}" srcOrd="0" destOrd="0" presId="urn:microsoft.com/office/officeart/2008/layout/TitlePictureLineup"/>
    <dgm:cxn modelId="{D08DB4E8-5061-4266-9814-69B5805985C6}" type="presParOf" srcId="{83D52B67-BCD2-4C15-AD39-9FDDA3E09FAC}" destId="{8B0D927D-B535-4124-AF59-1209F4DA14EE}" srcOrd="1" destOrd="0" presId="urn:microsoft.com/office/officeart/2008/layout/TitlePictureLineup"/>
    <dgm:cxn modelId="{3F54CEB0-A14E-4682-BD2A-8A2C356FF7F5}" type="presParOf" srcId="{83D52B67-BCD2-4C15-AD39-9FDDA3E09FAC}" destId="{7EB66F6E-EB0E-443F-A878-2DBB042B5130}" srcOrd="2" destOrd="0" presId="urn:microsoft.com/office/officeart/2008/layout/TitlePictureLineup"/>
    <dgm:cxn modelId="{21F87F9B-75A5-4415-8DCA-A8CBD51FD534}" type="presParOf" srcId="{83D52B67-BCD2-4C15-AD39-9FDDA3E09FAC}" destId="{D4F36751-0E10-42E7-9953-C002DD01853E}" srcOrd="3" destOrd="0" presId="urn:microsoft.com/office/officeart/2008/layout/TitlePictureLineup"/>
    <dgm:cxn modelId="{72F8DC54-4C73-4216-B37B-F3533D5ADFB2}" type="presParOf" srcId="{3B7157AF-FDC6-42D5-A5C0-AB02EE60BACF}" destId="{46C82D57-5CA0-4E9B-884D-03D7CB4D79AB}" srcOrd="1" destOrd="0" presId="urn:microsoft.com/office/officeart/2008/layout/TitlePictureLineup"/>
    <dgm:cxn modelId="{E7D5A4E9-798E-43B1-A5E8-1FA6141E790D}" type="presParOf" srcId="{3B7157AF-FDC6-42D5-A5C0-AB02EE60BACF}" destId="{FF9063A1-9EE4-4108-B4E2-D29BD8B4A3CF}" srcOrd="2" destOrd="0" presId="urn:microsoft.com/office/officeart/2008/layout/TitlePictureLineup"/>
    <dgm:cxn modelId="{B7ED2C9C-2874-4A8F-BF89-33173B94A73E}" type="presParOf" srcId="{FF9063A1-9EE4-4108-B4E2-D29BD8B4A3CF}" destId="{49487D76-6DF4-4FA8-8AEA-EA8666DA3AD3}" srcOrd="0" destOrd="0" presId="urn:microsoft.com/office/officeart/2008/layout/TitlePictureLineup"/>
    <dgm:cxn modelId="{8DC7A38B-4A52-4B1D-8B33-F2D10F0BCC06}" type="presParOf" srcId="{FF9063A1-9EE4-4108-B4E2-D29BD8B4A3CF}" destId="{BE6FAA02-158D-4DD7-8094-07BE7D221D31}" srcOrd="1" destOrd="0" presId="urn:microsoft.com/office/officeart/2008/layout/TitlePictureLineup"/>
    <dgm:cxn modelId="{8D19511C-D11D-4884-B3E6-48275405991B}" type="presParOf" srcId="{FF9063A1-9EE4-4108-B4E2-D29BD8B4A3CF}" destId="{3F40C692-BBDA-497D-B8FF-3D3DB8895F0C}" srcOrd="2" destOrd="0" presId="urn:microsoft.com/office/officeart/2008/layout/TitlePictureLineup"/>
    <dgm:cxn modelId="{D5B15982-7050-4470-8CA6-54A664B4DF1C}" type="presParOf" srcId="{FF9063A1-9EE4-4108-B4E2-D29BD8B4A3CF}" destId="{414566AB-4C3D-4C1C-B016-61DDE5895D82}" srcOrd="3" destOrd="0" presId="urn:microsoft.com/office/officeart/2008/layout/TitlePictureLineup"/>
    <dgm:cxn modelId="{7439BD8C-6EDF-4DF1-BB5E-129DBE7825EC}" type="presParOf" srcId="{3B7157AF-FDC6-42D5-A5C0-AB02EE60BACF}" destId="{3569A1A4-AE43-4AFA-83D7-02CE5D9EDAC9}" srcOrd="3" destOrd="0" presId="urn:microsoft.com/office/officeart/2008/layout/TitlePictureLineup"/>
    <dgm:cxn modelId="{6663C8E3-9589-4F52-A3B9-A42F18949CAA}" type="presParOf" srcId="{3B7157AF-FDC6-42D5-A5C0-AB02EE60BACF}" destId="{09C6140E-624E-489F-89E8-DF72622F3864}" srcOrd="4" destOrd="0" presId="urn:microsoft.com/office/officeart/2008/layout/TitlePictureLineup"/>
    <dgm:cxn modelId="{74AD92F3-B7CE-43DB-B2EF-9D89F1DE637D}" type="presParOf" srcId="{09C6140E-624E-489F-89E8-DF72622F3864}" destId="{66472F42-1840-4FFC-BDFE-E3837153BDA2}" srcOrd="0" destOrd="0" presId="urn:microsoft.com/office/officeart/2008/layout/TitlePictureLineup"/>
    <dgm:cxn modelId="{1354930A-7480-40F3-9D53-502C89D1D7A0}" type="presParOf" srcId="{09C6140E-624E-489F-89E8-DF72622F3864}" destId="{A5DBE32E-E875-4535-A43F-67BE983A0D42}" srcOrd="1" destOrd="0" presId="urn:microsoft.com/office/officeart/2008/layout/TitlePictureLineup"/>
    <dgm:cxn modelId="{239FCD67-24A7-4DA4-9D47-3FDFE37C24D8}" type="presParOf" srcId="{09C6140E-624E-489F-89E8-DF72622F3864}" destId="{BB2C4306-4DD8-4252-AEF1-E4DD87F1C193}" srcOrd="2" destOrd="0" presId="urn:microsoft.com/office/officeart/2008/layout/TitlePictureLineup"/>
    <dgm:cxn modelId="{B7599E22-0E46-473B-AB4A-E46B36548380}" type="presParOf" srcId="{09C6140E-624E-489F-89E8-DF72622F3864}" destId="{894E1D88-EC3D-4AB0-AFAC-09D16FF5EF02}" srcOrd="3" destOrd="0" presId="urn:microsoft.com/office/officeart/2008/layout/TitlePictureLineup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25DB6E-0051-4C15-A2DC-199AA9612D19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36BFA59-9BAF-4B96-9754-6CD4069BF7E5}">
      <dgm:prSet/>
      <dgm:spPr/>
      <dgm:t>
        <a:bodyPr/>
        <a:lstStyle/>
        <a:p>
          <a:r>
            <a:rPr lang="en-GB" noProof="0" dirty="0"/>
            <a:t>System login &amp; signup</a:t>
          </a:r>
        </a:p>
      </dgm:t>
    </dgm:pt>
    <dgm:pt modelId="{20C022B7-B3D2-47DA-9CEA-157E1610E1A1}" type="parTrans" cxnId="{D4CBABC7-590C-45F3-A9D2-24F29F062CE7}">
      <dgm:prSet/>
      <dgm:spPr/>
      <dgm:t>
        <a:bodyPr/>
        <a:lstStyle/>
        <a:p>
          <a:endParaRPr lang="es-ES"/>
        </a:p>
      </dgm:t>
    </dgm:pt>
    <dgm:pt modelId="{C3AC7FD5-F5C8-4C90-993D-F942B14E671C}" type="sibTrans" cxnId="{D4CBABC7-590C-45F3-A9D2-24F29F062CE7}">
      <dgm:prSet/>
      <dgm:spPr/>
      <dgm:t>
        <a:bodyPr/>
        <a:lstStyle/>
        <a:p>
          <a:endParaRPr lang="es-ES"/>
        </a:p>
      </dgm:t>
    </dgm:pt>
    <dgm:pt modelId="{79632D21-CFED-4197-9850-F786AEDBFF9D}">
      <dgm:prSet/>
      <dgm:spPr/>
      <dgm:t>
        <a:bodyPr/>
        <a:lstStyle/>
        <a:p>
          <a:r>
            <a:rPr lang="en-GB" noProof="0" dirty="0"/>
            <a:t>Requirement creation</a:t>
          </a:r>
        </a:p>
      </dgm:t>
    </dgm:pt>
    <dgm:pt modelId="{8FC454C5-B3AC-4E12-91DE-8C32444AB090}" type="parTrans" cxnId="{0B79AD6A-73E4-41BE-ACE2-806161DEBD82}">
      <dgm:prSet/>
      <dgm:spPr/>
      <dgm:t>
        <a:bodyPr/>
        <a:lstStyle/>
        <a:p>
          <a:endParaRPr lang="es-ES"/>
        </a:p>
      </dgm:t>
    </dgm:pt>
    <dgm:pt modelId="{25AA0FDF-9E11-4275-84E5-B0FD16ECB921}" type="sibTrans" cxnId="{0B79AD6A-73E4-41BE-ACE2-806161DEBD82}">
      <dgm:prSet/>
      <dgm:spPr/>
      <dgm:t>
        <a:bodyPr/>
        <a:lstStyle/>
        <a:p>
          <a:endParaRPr lang="es-ES"/>
        </a:p>
      </dgm:t>
    </dgm:pt>
    <dgm:pt modelId="{8FAD639A-CF20-4965-BD40-391806390B86}">
      <dgm:prSet/>
      <dgm:spPr/>
      <dgm:t>
        <a:bodyPr/>
        <a:lstStyle/>
        <a:p>
          <a:r>
            <a:rPr lang="en-GB" noProof="0" dirty="0"/>
            <a:t>Requirement nesting</a:t>
          </a:r>
        </a:p>
      </dgm:t>
    </dgm:pt>
    <dgm:pt modelId="{7065D2C0-589C-4A61-AA2E-DA76F15347D7}" type="parTrans" cxnId="{F11CA532-242F-4CC0-B1A5-80203F2952F2}">
      <dgm:prSet/>
      <dgm:spPr/>
      <dgm:t>
        <a:bodyPr/>
        <a:lstStyle/>
        <a:p>
          <a:endParaRPr lang="es-ES"/>
        </a:p>
      </dgm:t>
    </dgm:pt>
    <dgm:pt modelId="{819B2120-DF27-487E-9200-B776A66B7D72}" type="sibTrans" cxnId="{F11CA532-242F-4CC0-B1A5-80203F2952F2}">
      <dgm:prSet/>
      <dgm:spPr/>
      <dgm:t>
        <a:bodyPr/>
        <a:lstStyle/>
        <a:p>
          <a:endParaRPr lang="es-ES"/>
        </a:p>
      </dgm:t>
    </dgm:pt>
    <dgm:pt modelId="{3C7F66FB-C781-41C7-9838-C71FB2A57830}">
      <dgm:prSet/>
      <dgm:spPr/>
      <dgm:t>
        <a:bodyPr/>
        <a:lstStyle/>
        <a:p>
          <a:r>
            <a:rPr lang="en-GB" noProof="0" dirty="0"/>
            <a:t>Identity slug searching</a:t>
          </a:r>
        </a:p>
      </dgm:t>
    </dgm:pt>
    <dgm:pt modelId="{0CE99E61-A1C0-4057-A610-F3EF6629C804}" type="parTrans" cxnId="{B41830BD-F87A-4960-BAF6-56A38041E96B}">
      <dgm:prSet/>
      <dgm:spPr/>
      <dgm:t>
        <a:bodyPr/>
        <a:lstStyle/>
        <a:p>
          <a:endParaRPr lang="es-ES"/>
        </a:p>
      </dgm:t>
    </dgm:pt>
    <dgm:pt modelId="{937AF353-79A5-4A0D-82D0-95DE720089B2}" type="sibTrans" cxnId="{B41830BD-F87A-4960-BAF6-56A38041E96B}">
      <dgm:prSet/>
      <dgm:spPr/>
      <dgm:t>
        <a:bodyPr/>
        <a:lstStyle/>
        <a:p>
          <a:endParaRPr lang="es-ES"/>
        </a:p>
      </dgm:t>
    </dgm:pt>
    <dgm:pt modelId="{F7AB071A-67F5-4807-9DBB-DA41FF07D34B}">
      <dgm:prSet/>
      <dgm:spPr/>
      <dgm:t>
        <a:bodyPr/>
        <a:lstStyle/>
        <a:p>
          <a:r>
            <a:rPr lang="en-GB" noProof="0" dirty="0"/>
            <a:t>Horizontal traceability</a:t>
          </a:r>
        </a:p>
      </dgm:t>
    </dgm:pt>
    <dgm:pt modelId="{EA267579-B9E9-40F7-BC8E-21C2BA5A46D4}" type="parTrans" cxnId="{B07EED81-233E-42F7-AAC3-115D158F4557}">
      <dgm:prSet/>
      <dgm:spPr/>
      <dgm:t>
        <a:bodyPr/>
        <a:lstStyle/>
        <a:p>
          <a:endParaRPr lang="es-ES"/>
        </a:p>
      </dgm:t>
    </dgm:pt>
    <dgm:pt modelId="{3E932009-9D47-447A-AC3D-A9698A546ACD}" type="sibTrans" cxnId="{B07EED81-233E-42F7-AAC3-115D158F4557}">
      <dgm:prSet/>
      <dgm:spPr/>
      <dgm:t>
        <a:bodyPr/>
        <a:lstStyle/>
        <a:p>
          <a:endParaRPr lang="es-ES"/>
        </a:p>
      </dgm:t>
    </dgm:pt>
    <dgm:pt modelId="{F9E4E764-E798-4EBD-9EF8-82FDB2A27587}">
      <dgm:prSet/>
      <dgm:spPr/>
      <dgm:t>
        <a:bodyPr/>
        <a:lstStyle/>
        <a:p>
          <a:r>
            <a:rPr lang="en-GB" noProof="0" dirty="0"/>
            <a:t>Modification and state changes</a:t>
          </a:r>
        </a:p>
      </dgm:t>
    </dgm:pt>
    <dgm:pt modelId="{7A05F1C0-E168-42B7-9B09-26CD19B0CF5D}" type="parTrans" cxnId="{68E9022A-1301-4B77-B49B-8FE18ADC88F8}">
      <dgm:prSet/>
      <dgm:spPr/>
      <dgm:t>
        <a:bodyPr/>
        <a:lstStyle/>
        <a:p>
          <a:endParaRPr lang="es-ES"/>
        </a:p>
      </dgm:t>
    </dgm:pt>
    <dgm:pt modelId="{3C60CF89-E3FE-45FA-B65C-DC55E66C2597}" type="sibTrans" cxnId="{68E9022A-1301-4B77-B49B-8FE18ADC88F8}">
      <dgm:prSet/>
      <dgm:spPr/>
      <dgm:t>
        <a:bodyPr/>
        <a:lstStyle/>
        <a:p>
          <a:endParaRPr lang="es-ES"/>
        </a:p>
      </dgm:t>
    </dgm:pt>
    <dgm:pt modelId="{F66FED59-C6CA-4F54-96C9-8A25599DC89E}">
      <dgm:prSet/>
      <dgm:spPr/>
      <dgm:t>
        <a:bodyPr/>
        <a:lstStyle/>
        <a:p>
          <a:r>
            <a:rPr lang="en-GB" noProof="0" dirty="0"/>
            <a:t>User management &amp; invitation</a:t>
          </a:r>
        </a:p>
      </dgm:t>
    </dgm:pt>
    <dgm:pt modelId="{1811FA3D-8D2D-4B57-8FE9-0F9C8B441B46}" type="parTrans" cxnId="{46F3C8D3-0376-4D87-A1AB-EA14D78B3332}">
      <dgm:prSet/>
      <dgm:spPr/>
      <dgm:t>
        <a:bodyPr/>
        <a:lstStyle/>
        <a:p>
          <a:endParaRPr lang="es-ES"/>
        </a:p>
      </dgm:t>
    </dgm:pt>
    <dgm:pt modelId="{2642F1EF-93FA-4336-94B5-3B31A7B37ACF}" type="sibTrans" cxnId="{46F3C8D3-0376-4D87-A1AB-EA14D78B3332}">
      <dgm:prSet/>
      <dgm:spPr/>
      <dgm:t>
        <a:bodyPr/>
        <a:lstStyle/>
        <a:p>
          <a:endParaRPr lang="es-ES"/>
        </a:p>
      </dgm:t>
    </dgm:pt>
    <dgm:pt modelId="{E33ED286-084F-4074-ABA3-DC9A5023AF23}" type="pres">
      <dgm:prSet presAssocID="{BE25DB6E-0051-4C15-A2DC-199AA9612D19}" presName="Name0" presStyleCnt="0">
        <dgm:presLayoutVars>
          <dgm:dir/>
          <dgm:resizeHandles val="exact"/>
        </dgm:presLayoutVars>
      </dgm:prSet>
      <dgm:spPr/>
    </dgm:pt>
    <dgm:pt modelId="{732ADD49-70BD-4C95-968B-E89FD3B6CC51}" type="pres">
      <dgm:prSet presAssocID="{BE25DB6E-0051-4C15-A2DC-199AA9612D19}" presName="arrow" presStyleLbl="bgShp" presStyleIdx="0" presStyleCnt="1"/>
      <dgm:spPr/>
    </dgm:pt>
    <dgm:pt modelId="{F4941B9D-486C-4F53-9E8E-89342DF9CFB7}" type="pres">
      <dgm:prSet presAssocID="{BE25DB6E-0051-4C15-A2DC-199AA9612D19}" presName="points" presStyleCnt="0"/>
      <dgm:spPr/>
    </dgm:pt>
    <dgm:pt modelId="{B5CA9390-02D4-4035-AF22-C9551BD774EA}" type="pres">
      <dgm:prSet presAssocID="{236BFA59-9BAF-4B96-9754-6CD4069BF7E5}" presName="compositeA" presStyleCnt="0"/>
      <dgm:spPr/>
    </dgm:pt>
    <dgm:pt modelId="{036D9EBE-A412-4A21-9C1D-C9B4B42A1BFD}" type="pres">
      <dgm:prSet presAssocID="{236BFA59-9BAF-4B96-9754-6CD4069BF7E5}" presName="textA" presStyleLbl="revTx" presStyleIdx="0" presStyleCnt="7">
        <dgm:presLayoutVars>
          <dgm:bulletEnabled val="1"/>
        </dgm:presLayoutVars>
      </dgm:prSet>
      <dgm:spPr/>
    </dgm:pt>
    <dgm:pt modelId="{07CB31B4-48D1-412C-A071-EFE3CD9A9239}" type="pres">
      <dgm:prSet presAssocID="{236BFA59-9BAF-4B96-9754-6CD4069BF7E5}" presName="circleA" presStyleLbl="node1" presStyleIdx="0" presStyleCnt="7"/>
      <dgm:spPr/>
    </dgm:pt>
    <dgm:pt modelId="{4B5488AA-1177-45B0-B841-042D980CFAC6}" type="pres">
      <dgm:prSet presAssocID="{236BFA59-9BAF-4B96-9754-6CD4069BF7E5}" presName="spaceA" presStyleCnt="0"/>
      <dgm:spPr/>
    </dgm:pt>
    <dgm:pt modelId="{90A5134B-594B-48A7-9F00-3B0791DC5D54}" type="pres">
      <dgm:prSet presAssocID="{C3AC7FD5-F5C8-4C90-993D-F942B14E671C}" presName="space" presStyleCnt="0"/>
      <dgm:spPr/>
    </dgm:pt>
    <dgm:pt modelId="{D4BE98F4-C2BE-4B09-9981-447FF0A8E9F7}" type="pres">
      <dgm:prSet presAssocID="{79632D21-CFED-4197-9850-F786AEDBFF9D}" presName="compositeB" presStyleCnt="0"/>
      <dgm:spPr/>
    </dgm:pt>
    <dgm:pt modelId="{9F918FE1-F644-40D6-A476-4EA9A9211D80}" type="pres">
      <dgm:prSet presAssocID="{79632D21-CFED-4197-9850-F786AEDBFF9D}" presName="textB" presStyleLbl="revTx" presStyleIdx="1" presStyleCnt="7">
        <dgm:presLayoutVars>
          <dgm:bulletEnabled val="1"/>
        </dgm:presLayoutVars>
      </dgm:prSet>
      <dgm:spPr/>
    </dgm:pt>
    <dgm:pt modelId="{A140906D-F373-411F-AAFC-554C1436ECD0}" type="pres">
      <dgm:prSet presAssocID="{79632D21-CFED-4197-9850-F786AEDBFF9D}" presName="circleB" presStyleLbl="node1" presStyleIdx="1" presStyleCnt="7"/>
      <dgm:spPr/>
    </dgm:pt>
    <dgm:pt modelId="{1DDA9EA3-4709-4014-B9CD-515CE0142924}" type="pres">
      <dgm:prSet presAssocID="{79632D21-CFED-4197-9850-F786AEDBFF9D}" presName="spaceB" presStyleCnt="0"/>
      <dgm:spPr/>
    </dgm:pt>
    <dgm:pt modelId="{CD20C54F-C3A7-43D8-AD08-A259FD2961AE}" type="pres">
      <dgm:prSet presAssocID="{25AA0FDF-9E11-4275-84E5-B0FD16ECB921}" presName="space" presStyleCnt="0"/>
      <dgm:spPr/>
    </dgm:pt>
    <dgm:pt modelId="{4FE25AE7-97CD-454B-94D1-05758C2C623F}" type="pres">
      <dgm:prSet presAssocID="{8FAD639A-CF20-4965-BD40-391806390B86}" presName="compositeA" presStyleCnt="0"/>
      <dgm:spPr/>
    </dgm:pt>
    <dgm:pt modelId="{13882A2C-4129-432C-85E4-55461D50DE1C}" type="pres">
      <dgm:prSet presAssocID="{8FAD639A-CF20-4965-BD40-391806390B86}" presName="textA" presStyleLbl="revTx" presStyleIdx="2" presStyleCnt="7">
        <dgm:presLayoutVars>
          <dgm:bulletEnabled val="1"/>
        </dgm:presLayoutVars>
      </dgm:prSet>
      <dgm:spPr/>
    </dgm:pt>
    <dgm:pt modelId="{B8047846-1FD6-42B1-8100-33BBBE3DA140}" type="pres">
      <dgm:prSet presAssocID="{8FAD639A-CF20-4965-BD40-391806390B86}" presName="circleA" presStyleLbl="node1" presStyleIdx="2" presStyleCnt="7"/>
      <dgm:spPr/>
    </dgm:pt>
    <dgm:pt modelId="{B5A3646D-6FE3-421A-8D9F-E1172F4AAEE5}" type="pres">
      <dgm:prSet presAssocID="{8FAD639A-CF20-4965-BD40-391806390B86}" presName="spaceA" presStyleCnt="0"/>
      <dgm:spPr/>
    </dgm:pt>
    <dgm:pt modelId="{8B411171-C6DD-4F90-A31D-1DFEF4206069}" type="pres">
      <dgm:prSet presAssocID="{819B2120-DF27-487E-9200-B776A66B7D72}" presName="space" presStyleCnt="0"/>
      <dgm:spPr/>
    </dgm:pt>
    <dgm:pt modelId="{417B66E8-B5FB-4910-AFEC-4A38C4ED22C5}" type="pres">
      <dgm:prSet presAssocID="{3C7F66FB-C781-41C7-9838-C71FB2A57830}" presName="compositeB" presStyleCnt="0"/>
      <dgm:spPr/>
    </dgm:pt>
    <dgm:pt modelId="{BEA39FBC-AB05-4719-8EA7-33895AD82DDC}" type="pres">
      <dgm:prSet presAssocID="{3C7F66FB-C781-41C7-9838-C71FB2A57830}" presName="textB" presStyleLbl="revTx" presStyleIdx="3" presStyleCnt="7">
        <dgm:presLayoutVars>
          <dgm:bulletEnabled val="1"/>
        </dgm:presLayoutVars>
      </dgm:prSet>
      <dgm:spPr/>
    </dgm:pt>
    <dgm:pt modelId="{6969E258-C035-4B88-9004-D69D015F6489}" type="pres">
      <dgm:prSet presAssocID="{3C7F66FB-C781-41C7-9838-C71FB2A57830}" presName="circleB" presStyleLbl="node1" presStyleIdx="3" presStyleCnt="7"/>
      <dgm:spPr/>
    </dgm:pt>
    <dgm:pt modelId="{C5CE0817-A235-414B-A361-E1161EDE6537}" type="pres">
      <dgm:prSet presAssocID="{3C7F66FB-C781-41C7-9838-C71FB2A57830}" presName="spaceB" presStyleCnt="0"/>
      <dgm:spPr/>
    </dgm:pt>
    <dgm:pt modelId="{6FF172FE-1FE8-4D72-903E-5A3910B3431F}" type="pres">
      <dgm:prSet presAssocID="{937AF353-79A5-4A0D-82D0-95DE720089B2}" presName="space" presStyleCnt="0"/>
      <dgm:spPr/>
    </dgm:pt>
    <dgm:pt modelId="{BA07BBAB-E7FD-47BA-9E37-07CD7C90F48F}" type="pres">
      <dgm:prSet presAssocID="{F7AB071A-67F5-4807-9DBB-DA41FF07D34B}" presName="compositeA" presStyleCnt="0"/>
      <dgm:spPr/>
    </dgm:pt>
    <dgm:pt modelId="{6BCFA99C-F31D-4C29-8C60-B74D0651D48A}" type="pres">
      <dgm:prSet presAssocID="{F7AB071A-67F5-4807-9DBB-DA41FF07D34B}" presName="textA" presStyleLbl="revTx" presStyleIdx="4" presStyleCnt="7">
        <dgm:presLayoutVars>
          <dgm:bulletEnabled val="1"/>
        </dgm:presLayoutVars>
      </dgm:prSet>
      <dgm:spPr/>
    </dgm:pt>
    <dgm:pt modelId="{B56E3FC1-3D3E-4DC8-A1DC-393CE76F8110}" type="pres">
      <dgm:prSet presAssocID="{F7AB071A-67F5-4807-9DBB-DA41FF07D34B}" presName="circleA" presStyleLbl="node1" presStyleIdx="4" presStyleCnt="7"/>
      <dgm:spPr/>
    </dgm:pt>
    <dgm:pt modelId="{B237A155-EFDB-4971-BB91-8474023E47AD}" type="pres">
      <dgm:prSet presAssocID="{F7AB071A-67F5-4807-9DBB-DA41FF07D34B}" presName="spaceA" presStyleCnt="0"/>
      <dgm:spPr/>
    </dgm:pt>
    <dgm:pt modelId="{62873CF6-A1CE-413F-854B-4BCF9C32FE53}" type="pres">
      <dgm:prSet presAssocID="{3E932009-9D47-447A-AC3D-A9698A546ACD}" presName="space" presStyleCnt="0"/>
      <dgm:spPr/>
    </dgm:pt>
    <dgm:pt modelId="{32E5ADE6-0070-489B-9072-ABA95498C729}" type="pres">
      <dgm:prSet presAssocID="{F9E4E764-E798-4EBD-9EF8-82FDB2A27587}" presName="compositeB" presStyleCnt="0"/>
      <dgm:spPr/>
    </dgm:pt>
    <dgm:pt modelId="{50A07CE8-C8FB-4E41-B490-BA6457D8D3A5}" type="pres">
      <dgm:prSet presAssocID="{F9E4E764-E798-4EBD-9EF8-82FDB2A27587}" presName="textB" presStyleLbl="revTx" presStyleIdx="5" presStyleCnt="7">
        <dgm:presLayoutVars>
          <dgm:bulletEnabled val="1"/>
        </dgm:presLayoutVars>
      </dgm:prSet>
      <dgm:spPr/>
    </dgm:pt>
    <dgm:pt modelId="{97BB8294-5B6E-4519-841D-99254563B2F0}" type="pres">
      <dgm:prSet presAssocID="{F9E4E764-E798-4EBD-9EF8-82FDB2A27587}" presName="circleB" presStyleLbl="node1" presStyleIdx="5" presStyleCnt="7"/>
      <dgm:spPr/>
    </dgm:pt>
    <dgm:pt modelId="{979FF00F-BDDD-4381-9D05-0E85A91B9F3F}" type="pres">
      <dgm:prSet presAssocID="{F9E4E764-E798-4EBD-9EF8-82FDB2A27587}" presName="spaceB" presStyleCnt="0"/>
      <dgm:spPr/>
    </dgm:pt>
    <dgm:pt modelId="{DE857A66-C309-40C5-A081-9C68958C1630}" type="pres">
      <dgm:prSet presAssocID="{3C60CF89-E3FE-45FA-B65C-DC55E66C2597}" presName="space" presStyleCnt="0"/>
      <dgm:spPr/>
    </dgm:pt>
    <dgm:pt modelId="{9157CF52-A5D4-4C91-B2CE-B2AC6DB26C61}" type="pres">
      <dgm:prSet presAssocID="{F66FED59-C6CA-4F54-96C9-8A25599DC89E}" presName="compositeA" presStyleCnt="0"/>
      <dgm:spPr/>
    </dgm:pt>
    <dgm:pt modelId="{64C41752-7EE4-44CA-8464-750F85E7D483}" type="pres">
      <dgm:prSet presAssocID="{F66FED59-C6CA-4F54-96C9-8A25599DC89E}" presName="textA" presStyleLbl="revTx" presStyleIdx="6" presStyleCnt="7">
        <dgm:presLayoutVars>
          <dgm:bulletEnabled val="1"/>
        </dgm:presLayoutVars>
      </dgm:prSet>
      <dgm:spPr/>
    </dgm:pt>
    <dgm:pt modelId="{B8FFCC5D-1BD9-4DBA-856F-AB7230084925}" type="pres">
      <dgm:prSet presAssocID="{F66FED59-C6CA-4F54-96C9-8A25599DC89E}" presName="circleA" presStyleLbl="node1" presStyleIdx="6" presStyleCnt="7"/>
      <dgm:spPr/>
    </dgm:pt>
    <dgm:pt modelId="{DCB4F707-2E4D-482F-AF24-C24F8982A491}" type="pres">
      <dgm:prSet presAssocID="{F66FED59-C6CA-4F54-96C9-8A25599DC89E}" presName="spaceA" presStyleCnt="0"/>
      <dgm:spPr/>
    </dgm:pt>
  </dgm:ptLst>
  <dgm:cxnLst>
    <dgm:cxn modelId="{C8601A02-8FC4-4B69-8BE5-D3B782197A51}" type="presOf" srcId="{236BFA59-9BAF-4B96-9754-6CD4069BF7E5}" destId="{036D9EBE-A412-4A21-9C1D-C9B4B42A1BFD}" srcOrd="0" destOrd="0" presId="urn:microsoft.com/office/officeart/2005/8/layout/hProcess11"/>
    <dgm:cxn modelId="{68E9022A-1301-4B77-B49B-8FE18ADC88F8}" srcId="{BE25DB6E-0051-4C15-A2DC-199AA9612D19}" destId="{F9E4E764-E798-4EBD-9EF8-82FDB2A27587}" srcOrd="5" destOrd="0" parTransId="{7A05F1C0-E168-42B7-9B09-26CD19B0CF5D}" sibTransId="{3C60CF89-E3FE-45FA-B65C-DC55E66C2597}"/>
    <dgm:cxn modelId="{F11CA532-242F-4CC0-B1A5-80203F2952F2}" srcId="{BE25DB6E-0051-4C15-A2DC-199AA9612D19}" destId="{8FAD639A-CF20-4965-BD40-391806390B86}" srcOrd="2" destOrd="0" parTransId="{7065D2C0-589C-4A61-AA2E-DA76F15347D7}" sibTransId="{819B2120-DF27-487E-9200-B776A66B7D72}"/>
    <dgm:cxn modelId="{A6FD2F36-C82E-4B71-AEFE-83A4BA934D01}" type="presOf" srcId="{F7AB071A-67F5-4807-9DBB-DA41FF07D34B}" destId="{6BCFA99C-F31D-4C29-8C60-B74D0651D48A}" srcOrd="0" destOrd="0" presId="urn:microsoft.com/office/officeart/2005/8/layout/hProcess11"/>
    <dgm:cxn modelId="{2505DC69-166F-482E-B275-FB5B844E1D3D}" type="presOf" srcId="{BE25DB6E-0051-4C15-A2DC-199AA9612D19}" destId="{E33ED286-084F-4074-ABA3-DC9A5023AF23}" srcOrd="0" destOrd="0" presId="urn:microsoft.com/office/officeart/2005/8/layout/hProcess11"/>
    <dgm:cxn modelId="{0B79AD6A-73E4-41BE-ACE2-806161DEBD82}" srcId="{BE25DB6E-0051-4C15-A2DC-199AA9612D19}" destId="{79632D21-CFED-4197-9850-F786AEDBFF9D}" srcOrd="1" destOrd="0" parTransId="{8FC454C5-B3AC-4E12-91DE-8C32444AB090}" sibTransId="{25AA0FDF-9E11-4275-84E5-B0FD16ECB921}"/>
    <dgm:cxn modelId="{5B10694E-6BCF-4DBC-A9E2-DDEB0AD15F85}" type="presOf" srcId="{F66FED59-C6CA-4F54-96C9-8A25599DC89E}" destId="{64C41752-7EE4-44CA-8464-750F85E7D483}" srcOrd="0" destOrd="0" presId="urn:microsoft.com/office/officeart/2005/8/layout/hProcess11"/>
    <dgm:cxn modelId="{A1111770-70B4-43B9-9F9A-C6107D9697D0}" type="presOf" srcId="{3C7F66FB-C781-41C7-9838-C71FB2A57830}" destId="{BEA39FBC-AB05-4719-8EA7-33895AD82DDC}" srcOrd="0" destOrd="0" presId="urn:microsoft.com/office/officeart/2005/8/layout/hProcess11"/>
    <dgm:cxn modelId="{3CC62450-0544-4B10-B873-D364CD89EF92}" type="presOf" srcId="{79632D21-CFED-4197-9850-F786AEDBFF9D}" destId="{9F918FE1-F644-40D6-A476-4EA9A9211D80}" srcOrd="0" destOrd="0" presId="urn:microsoft.com/office/officeart/2005/8/layout/hProcess11"/>
    <dgm:cxn modelId="{B07EED81-233E-42F7-AAC3-115D158F4557}" srcId="{BE25DB6E-0051-4C15-A2DC-199AA9612D19}" destId="{F7AB071A-67F5-4807-9DBB-DA41FF07D34B}" srcOrd="4" destOrd="0" parTransId="{EA267579-B9E9-40F7-BC8E-21C2BA5A46D4}" sibTransId="{3E932009-9D47-447A-AC3D-A9698A546ACD}"/>
    <dgm:cxn modelId="{7BBAEFAD-8C97-4D33-B304-BC4F92D56B7B}" type="presOf" srcId="{F9E4E764-E798-4EBD-9EF8-82FDB2A27587}" destId="{50A07CE8-C8FB-4E41-B490-BA6457D8D3A5}" srcOrd="0" destOrd="0" presId="urn:microsoft.com/office/officeart/2005/8/layout/hProcess11"/>
    <dgm:cxn modelId="{B41830BD-F87A-4960-BAF6-56A38041E96B}" srcId="{BE25DB6E-0051-4C15-A2DC-199AA9612D19}" destId="{3C7F66FB-C781-41C7-9838-C71FB2A57830}" srcOrd="3" destOrd="0" parTransId="{0CE99E61-A1C0-4057-A610-F3EF6629C804}" sibTransId="{937AF353-79A5-4A0D-82D0-95DE720089B2}"/>
    <dgm:cxn modelId="{D4CBABC7-590C-45F3-A9D2-24F29F062CE7}" srcId="{BE25DB6E-0051-4C15-A2DC-199AA9612D19}" destId="{236BFA59-9BAF-4B96-9754-6CD4069BF7E5}" srcOrd="0" destOrd="0" parTransId="{20C022B7-B3D2-47DA-9CEA-157E1610E1A1}" sibTransId="{C3AC7FD5-F5C8-4C90-993D-F942B14E671C}"/>
    <dgm:cxn modelId="{46F3C8D3-0376-4D87-A1AB-EA14D78B3332}" srcId="{BE25DB6E-0051-4C15-A2DC-199AA9612D19}" destId="{F66FED59-C6CA-4F54-96C9-8A25599DC89E}" srcOrd="6" destOrd="0" parTransId="{1811FA3D-8D2D-4B57-8FE9-0F9C8B441B46}" sibTransId="{2642F1EF-93FA-4336-94B5-3B31A7B37ACF}"/>
    <dgm:cxn modelId="{C853D1D8-632D-49F4-9379-2DB8D4569717}" type="presOf" srcId="{8FAD639A-CF20-4965-BD40-391806390B86}" destId="{13882A2C-4129-432C-85E4-55461D50DE1C}" srcOrd="0" destOrd="0" presId="urn:microsoft.com/office/officeart/2005/8/layout/hProcess11"/>
    <dgm:cxn modelId="{3270C054-F018-465A-B0B5-7964A24659EB}" type="presParOf" srcId="{E33ED286-084F-4074-ABA3-DC9A5023AF23}" destId="{732ADD49-70BD-4C95-968B-E89FD3B6CC51}" srcOrd="0" destOrd="0" presId="urn:microsoft.com/office/officeart/2005/8/layout/hProcess11"/>
    <dgm:cxn modelId="{9AFB6CCE-E286-4947-A56C-2DA5298A3104}" type="presParOf" srcId="{E33ED286-084F-4074-ABA3-DC9A5023AF23}" destId="{F4941B9D-486C-4F53-9E8E-89342DF9CFB7}" srcOrd="1" destOrd="0" presId="urn:microsoft.com/office/officeart/2005/8/layout/hProcess11"/>
    <dgm:cxn modelId="{B1042093-5F77-4E31-809D-7EEB403459A2}" type="presParOf" srcId="{F4941B9D-486C-4F53-9E8E-89342DF9CFB7}" destId="{B5CA9390-02D4-4035-AF22-C9551BD774EA}" srcOrd="0" destOrd="0" presId="urn:microsoft.com/office/officeart/2005/8/layout/hProcess11"/>
    <dgm:cxn modelId="{97E24CE8-7362-43FF-9F93-8D83AB148AD1}" type="presParOf" srcId="{B5CA9390-02D4-4035-AF22-C9551BD774EA}" destId="{036D9EBE-A412-4A21-9C1D-C9B4B42A1BFD}" srcOrd="0" destOrd="0" presId="urn:microsoft.com/office/officeart/2005/8/layout/hProcess11"/>
    <dgm:cxn modelId="{DD56957F-5259-4403-96EB-5EBCD9201077}" type="presParOf" srcId="{B5CA9390-02D4-4035-AF22-C9551BD774EA}" destId="{07CB31B4-48D1-412C-A071-EFE3CD9A9239}" srcOrd="1" destOrd="0" presId="urn:microsoft.com/office/officeart/2005/8/layout/hProcess11"/>
    <dgm:cxn modelId="{3C033BD1-7960-4E9B-8B92-E1548F22A226}" type="presParOf" srcId="{B5CA9390-02D4-4035-AF22-C9551BD774EA}" destId="{4B5488AA-1177-45B0-B841-042D980CFAC6}" srcOrd="2" destOrd="0" presId="urn:microsoft.com/office/officeart/2005/8/layout/hProcess11"/>
    <dgm:cxn modelId="{0CE64075-4494-4B59-8C01-8246C8461B49}" type="presParOf" srcId="{F4941B9D-486C-4F53-9E8E-89342DF9CFB7}" destId="{90A5134B-594B-48A7-9F00-3B0791DC5D54}" srcOrd="1" destOrd="0" presId="urn:microsoft.com/office/officeart/2005/8/layout/hProcess11"/>
    <dgm:cxn modelId="{2197515D-1761-4A72-A321-FFD2B65925DB}" type="presParOf" srcId="{F4941B9D-486C-4F53-9E8E-89342DF9CFB7}" destId="{D4BE98F4-C2BE-4B09-9981-447FF0A8E9F7}" srcOrd="2" destOrd="0" presId="urn:microsoft.com/office/officeart/2005/8/layout/hProcess11"/>
    <dgm:cxn modelId="{B8F6F515-A41A-4AEF-B246-E93BD9F1C737}" type="presParOf" srcId="{D4BE98F4-C2BE-4B09-9981-447FF0A8E9F7}" destId="{9F918FE1-F644-40D6-A476-4EA9A9211D80}" srcOrd="0" destOrd="0" presId="urn:microsoft.com/office/officeart/2005/8/layout/hProcess11"/>
    <dgm:cxn modelId="{CAA4238D-1C25-4748-BEAB-830F578CDA25}" type="presParOf" srcId="{D4BE98F4-C2BE-4B09-9981-447FF0A8E9F7}" destId="{A140906D-F373-411F-AAFC-554C1436ECD0}" srcOrd="1" destOrd="0" presId="urn:microsoft.com/office/officeart/2005/8/layout/hProcess11"/>
    <dgm:cxn modelId="{5AD5E05B-6C19-44A9-8628-F218DFBCDA37}" type="presParOf" srcId="{D4BE98F4-C2BE-4B09-9981-447FF0A8E9F7}" destId="{1DDA9EA3-4709-4014-B9CD-515CE0142924}" srcOrd="2" destOrd="0" presId="urn:microsoft.com/office/officeart/2005/8/layout/hProcess11"/>
    <dgm:cxn modelId="{7AC78D98-3E9B-4094-9B9D-39ACEEF030BB}" type="presParOf" srcId="{F4941B9D-486C-4F53-9E8E-89342DF9CFB7}" destId="{CD20C54F-C3A7-43D8-AD08-A259FD2961AE}" srcOrd="3" destOrd="0" presId="urn:microsoft.com/office/officeart/2005/8/layout/hProcess11"/>
    <dgm:cxn modelId="{FEAC4B02-99C3-40C8-9E32-8C716EA9A97B}" type="presParOf" srcId="{F4941B9D-486C-4F53-9E8E-89342DF9CFB7}" destId="{4FE25AE7-97CD-454B-94D1-05758C2C623F}" srcOrd="4" destOrd="0" presId="urn:microsoft.com/office/officeart/2005/8/layout/hProcess11"/>
    <dgm:cxn modelId="{9FD1549D-CF8B-4625-8665-C100C7E7366C}" type="presParOf" srcId="{4FE25AE7-97CD-454B-94D1-05758C2C623F}" destId="{13882A2C-4129-432C-85E4-55461D50DE1C}" srcOrd="0" destOrd="0" presId="urn:microsoft.com/office/officeart/2005/8/layout/hProcess11"/>
    <dgm:cxn modelId="{04C6127E-280E-40C6-954D-38191A0D866A}" type="presParOf" srcId="{4FE25AE7-97CD-454B-94D1-05758C2C623F}" destId="{B8047846-1FD6-42B1-8100-33BBBE3DA140}" srcOrd="1" destOrd="0" presId="urn:microsoft.com/office/officeart/2005/8/layout/hProcess11"/>
    <dgm:cxn modelId="{0C8719DA-0EEC-414A-BDA8-8DA0E218E702}" type="presParOf" srcId="{4FE25AE7-97CD-454B-94D1-05758C2C623F}" destId="{B5A3646D-6FE3-421A-8D9F-E1172F4AAEE5}" srcOrd="2" destOrd="0" presId="urn:microsoft.com/office/officeart/2005/8/layout/hProcess11"/>
    <dgm:cxn modelId="{678EE292-04DC-483C-ACEE-97DD72E41FB0}" type="presParOf" srcId="{F4941B9D-486C-4F53-9E8E-89342DF9CFB7}" destId="{8B411171-C6DD-4F90-A31D-1DFEF4206069}" srcOrd="5" destOrd="0" presId="urn:microsoft.com/office/officeart/2005/8/layout/hProcess11"/>
    <dgm:cxn modelId="{D1AEB569-0CC6-49FC-A56C-DB0887F1F81B}" type="presParOf" srcId="{F4941B9D-486C-4F53-9E8E-89342DF9CFB7}" destId="{417B66E8-B5FB-4910-AFEC-4A38C4ED22C5}" srcOrd="6" destOrd="0" presId="urn:microsoft.com/office/officeart/2005/8/layout/hProcess11"/>
    <dgm:cxn modelId="{039AC254-0D20-407D-8317-7500744D2724}" type="presParOf" srcId="{417B66E8-B5FB-4910-AFEC-4A38C4ED22C5}" destId="{BEA39FBC-AB05-4719-8EA7-33895AD82DDC}" srcOrd="0" destOrd="0" presId="urn:microsoft.com/office/officeart/2005/8/layout/hProcess11"/>
    <dgm:cxn modelId="{179458ED-7A88-49AA-A3F3-38C6470FA557}" type="presParOf" srcId="{417B66E8-B5FB-4910-AFEC-4A38C4ED22C5}" destId="{6969E258-C035-4B88-9004-D69D015F6489}" srcOrd="1" destOrd="0" presId="urn:microsoft.com/office/officeart/2005/8/layout/hProcess11"/>
    <dgm:cxn modelId="{15FE82E7-FD62-42E1-AB9B-348F7BD7B38B}" type="presParOf" srcId="{417B66E8-B5FB-4910-AFEC-4A38C4ED22C5}" destId="{C5CE0817-A235-414B-A361-E1161EDE6537}" srcOrd="2" destOrd="0" presId="urn:microsoft.com/office/officeart/2005/8/layout/hProcess11"/>
    <dgm:cxn modelId="{A3917467-5752-4E5E-B03D-002856374908}" type="presParOf" srcId="{F4941B9D-486C-4F53-9E8E-89342DF9CFB7}" destId="{6FF172FE-1FE8-4D72-903E-5A3910B3431F}" srcOrd="7" destOrd="0" presId="urn:microsoft.com/office/officeart/2005/8/layout/hProcess11"/>
    <dgm:cxn modelId="{AF6CBCD6-442C-4BF4-AA2A-9C5B6047064B}" type="presParOf" srcId="{F4941B9D-486C-4F53-9E8E-89342DF9CFB7}" destId="{BA07BBAB-E7FD-47BA-9E37-07CD7C90F48F}" srcOrd="8" destOrd="0" presId="urn:microsoft.com/office/officeart/2005/8/layout/hProcess11"/>
    <dgm:cxn modelId="{C2D4DC52-FE20-4F40-A93E-675C0A9174A1}" type="presParOf" srcId="{BA07BBAB-E7FD-47BA-9E37-07CD7C90F48F}" destId="{6BCFA99C-F31D-4C29-8C60-B74D0651D48A}" srcOrd="0" destOrd="0" presId="urn:microsoft.com/office/officeart/2005/8/layout/hProcess11"/>
    <dgm:cxn modelId="{91A55654-A791-4433-8AA2-972D675EAD56}" type="presParOf" srcId="{BA07BBAB-E7FD-47BA-9E37-07CD7C90F48F}" destId="{B56E3FC1-3D3E-4DC8-A1DC-393CE76F8110}" srcOrd="1" destOrd="0" presId="urn:microsoft.com/office/officeart/2005/8/layout/hProcess11"/>
    <dgm:cxn modelId="{40D205D0-A623-4707-81F3-EF8A8EADAD28}" type="presParOf" srcId="{BA07BBAB-E7FD-47BA-9E37-07CD7C90F48F}" destId="{B237A155-EFDB-4971-BB91-8474023E47AD}" srcOrd="2" destOrd="0" presId="urn:microsoft.com/office/officeart/2005/8/layout/hProcess11"/>
    <dgm:cxn modelId="{EF7D7C61-9B85-4E14-B970-6A3C0BDD2E11}" type="presParOf" srcId="{F4941B9D-486C-4F53-9E8E-89342DF9CFB7}" destId="{62873CF6-A1CE-413F-854B-4BCF9C32FE53}" srcOrd="9" destOrd="0" presId="urn:microsoft.com/office/officeart/2005/8/layout/hProcess11"/>
    <dgm:cxn modelId="{911DF8F7-EBE2-4AEA-9724-FFB19DE28AFB}" type="presParOf" srcId="{F4941B9D-486C-4F53-9E8E-89342DF9CFB7}" destId="{32E5ADE6-0070-489B-9072-ABA95498C729}" srcOrd="10" destOrd="0" presId="urn:microsoft.com/office/officeart/2005/8/layout/hProcess11"/>
    <dgm:cxn modelId="{0CBBDC5A-F6BC-4DEC-B246-48DC4AF579A4}" type="presParOf" srcId="{32E5ADE6-0070-489B-9072-ABA95498C729}" destId="{50A07CE8-C8FB-4E41-B490-BA6457D8D3A5}" srcOrd="0" destOrd="0" presId="urn:microsoft.com/office/officeart/2005/8/layout/hProcess11"/>
    <dgm:cxn modelId="{E8627E11-6236-4BA1-BB24-B5A0412753AD}" type="presParOf" srcId="{32E5ADE6-0070-489B-9072-ABA95498C729}" destId="{97BB8294-5B6E-4519-841D-99254563B2F0}" srcOrd="1" destOrd="0" presId="urn:microsoft.com/office/officeart/2005/8/layout/hProcess11"/>
    <dgm:cxn modelId="{4DD6C942-7684-4EAC-ABAC-6DA49253E7F9}" type="presParOf" srcId="{32E5ADE6-0070-489B-9072-ABA95498C729}" destId="{979FF00F-BDDD-4381-9D05-0E85A91B9F3F}" srcOrd="2" destOrd="0" presId="urn:microsoft.com/office/officeart/2005/8/layout/hProcess11"/>
    <dgm:cxn modelId="{D75E4E99-612D-4C6B-A494-5E3F844B3C3F}" type="presParOf" srcId="{F4941B9D-486C-4F53-9E8E-89342DF9CFB7}" destId="{DE857A66-C309-40C5-A081-9C68958C1630}" srcOrd="11" destOrd="0" presId="urn:microsoft.com/office/officeart/2005/8/layout/hProcess11"/>
    <dgm:cxn modelId="{C3E8999F-0FEE-492B-A0EE-DF803DBEBEE9}" type="presParOf" srcId="{F4941B9D-486C-4F53-9E8E-89342DF9CFB7}" destId="{9157CF52-A5D4-4C91-B2CE-B2AC6DB26C61}" srcOrd="12" destOrd="0" presId="urn:microsoft.com/office/officeart/2005/8/layout/hProcess11"/>
    <dgm:cxn modelId="{FB5506BE-83F4-4DFA-B94D-6A28BF0E9064}" type="presParOf" srcId="{9157CF52-A5D4-4C91-B2CE-B2AC6DB26C61}" destId="{64C41752-7EE4-44CA-8464-750F85E7D483}" srcOrd="0" destOrd="0" presId="urn:microsoft.com/office/officeart/2005/8/layout/hProcess11"/>
    <dgm:cxn modelId="{5E900562-2941-4499-A911-9D95600FECA5}" type="presParOf" srcId="{9157CF52-A5D4-4C91-B2CE-B2AC6DB26C61}" destId="{B8FFCC5D-1BD9-4DBA-856F-AB7230084925}" srcOrd="1" destOrd="0" presId="urn:microsoft.com/office/officeart/2005/8/layout/hProcess11"/>
    <dgm:cxn modelId="{687D50A9-6297-4AB8-8911-88255AE6E38A}" type="presParOf" srcId="{9157CF52-A5D4-4C91-B2CE-B2AC6DB26C61}" destId="{DCB4F707-2E4D-482F-AF24-C24F8982A49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01293-8029-48D2-84B3-228EF11764E1}">
      <dsp:nvSpPr>
        <dsp:cNvPr id="0" name=""/>
        <dsp:cNvSpPr/>
      </dsp:nvSpPr>
      <dsp:spPr>
        <a:xfrm>
          <a:off x="0" y="0"/>
          <a:ext cx="4911580" cy="491158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8CE07-B592-46F5-B1A2-97DD1832887E}">
      <dsp:nvSpPr>
        <dsp:cNvPr id="0" name=""/>
        <dsp:cNvSpPr/>
      </dsp:nvSpPr>
      <dsp:spPr>
        <a:xfrm>
          <a:off x="2455790" y="0"/>
          <a:ext cx="7611849" cy="491158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Unit testing &amp; quality gate</a:t>
          </a:r>
        </a:p>
      </dsp:txBody>
      <dsp:txXfrm>
        <a:off x="2455790" y="0"/>
        <a:ext cx="3805924" cy="785852"/>
      </dsp:txXfrm>
    </dsp:sp>
    <dsp:sp modelId="{64B0604D-C371-4D26-BC83-11EC44528E04}">
      <dsp:nvSpPr>
        <dsp:cNvPr id="0" name=""/>
        <dsp:cNvSpPr/>
      </dsp:nvSpPr>
      <dsp:spPr>
        <a:xfrm>
          <a:off x="515715" y="785852"/>
          <a:ext cx="3880148" cy="388014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7EAD4-F4BE-4E61-88F1-90F8C10B7F7C}">
      <dsp:nvSpPr>
        <dsp:cNvPr id="0" name=""/>
        <dsp:cNvSpPr/>
      </dsp:nvSpPr>
      <dsp:spPr>
        <a:xfrm>
          <a:off x="2455790" y="785852"/>
          <a:ext cx="7611849" cy="38801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Integration &amp; Acceptance</a:t>
          </a:r>
        </a:p>
      </dsp:txBody>
      <dsp:txXfrm>
        <a:off x="2455790" y="785852"/>
        <a:ext cx="3805924" cy="785852"/>
      </dsp:txXfrm>
    </dsp:sp>
    <dsp:sp modelId="{D675E0A9-53AA-4B93-A5F2-8B5F431E2F69}">
      <dsp:nvSpPr>
        <dsp:cNvPr id="0" name=""/>
        <dsp:cNvSpPr/>
      </dsp:nvSpPr>
      <dsp:spPr>
        <a:xfrm>
          <a:off x="1031431" y="1571705"/>
          <a:ext cx="2848716" cy="284871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927F8-6561-4B6A-9C5E-A3D244ADF6BE}">
      <dsp:nvSpPr>
        <dsp:cNvPr id="0" name=""/>
        <dsp:cNvSpPr/>
      </dsp:nvSpPr>
      <dsp:spPr>
        <a:xfrm>
          <a:off x="2455790" y="1571705"/>
          <a:ext cx="7611849" cy="284871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E2E for full user journeys</a:t>
          </a:r>
        </a:p>
      </dsp:txBody>
      <dsp:txXfrm>
        <a:off x="2455790" y="1571705"/>
        <a:ext cx="3805924" cy="785852"/>
      </dsp:txXfrm>
    </dsp:sp>
    <dsp:sp modelId="{2E1D008D-2720-4AED-86CC-BE56D820D916}">
      <dsp:nvSpPr>
        <dsp:cNvPr id="0" name=""/>
        <dsp:cNvSpPr/>
      </dsp:nvSpPr>
      <dsp:spPr>
        <a:xfrm>
          <a:off x="1547147" y="2357558"/>
          <a:ext cx="1817284" cy="181728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EA299-2DCF-4D67-82F5-1A747891048B}">
      <dsp:nvSpPr>
        <dsp:cNvPr id="0" name=""/>
        <dsp:cNvSpPr/>
      </dsp:nvSpPr>
      <dsp:spPr>
        <a:xfrm>
          <a:off x="2455790" y="2357558"/>
          <a:ext cx="7611849" cy="181728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Load testing</a:t>
          </a:r>
        </a:p>
      </dsp:txBody>
      <dsp:txXfrm>
        <a:off x="2455790" y="2357558"/>
        <a:ext cx="3805924" cy="785852"/>
      </dsp:txXfrm>
    </dsp:sp>
    <dsp:sp modelId="{A39F8C71-B70B-43C8-87E8-A030B3EAB00F}">
      <dsp:nvSpPr>
        <dsp:cNvPr id="0" name=""/>
        <dsp:cNvSpPr/>
      </dsp:nvSpPr>
      <dsp:spPr>
        <a:xfrm>
          <a:off x="2062863" y="3143411"/>
          <a:ext cx="785852" cy="78585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BD7F3-E59E-4068-9B31-C67A48E93AB0}">
      <dsp:nvSpPr>
        <dsp:cNvPr id="0" name=""/>
        <dsp:cNvSpPr/>
      </dsp:nvSpPr>
      <dsp:spPr>
        <a:xfrm>
          <a:off x="2455790" y="3143411"/>
          <a:ext cx="7611849" cy="7858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Accessibility &amp; usability testing</a:t>
          </a:r>
        </a:p>
      </dsp:txBody>
      <dsp:txXfrm>
        <a:off x="2455790" y="3143411"/>
        <a:ext cx="3805924" cy="785852"/>
      </dsp:txXfrm>
    </dsp:sp>
    <dsp:sp modelId="{D1437921-00C6-4568-84AB-7FC76573384F}">
      <dsp:nvSpPr>
        <dsp:cNvPr id="0" name=""/>
        <dsp:cNvSpPr/>
      </dsp:nvSpPr>
      <dsp:spPr>
        <a:xfrm>
          <a:off x="6261714" y="0"/>
          <a:ext cx="3805924" cy="7858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noProof="0" dirty="0"/>
            <a:t>JUnit5 + Mockito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noProof="0" dirty="0"/>
            <a:t>80% coverage, no critical code smells</a:t>
          </a:r>
        </a:p>
      </dsp:txBody>
      <dsp:txXfrm>
        <a:off x="6261714" y="0"/>
        <a:ext cx="3805924" cy="785852"/>
      </dsp:txXfrm>
    </dsp:sp>
    <dsp:sp modelId="{791233FD-AED4-4365-9AD5-3A8196CC52F1}">
      <dsp:nvSpPr>
        <dsp:cNvPr id="0" name=""/>
        <dsp:cNvSpPr/>
      </dsp:nvSpPr>
      <dsp:spPr>
        <a:xfrm>
          <a:off x="6261714" y="1571705"/>
          <a:ext cx="3805924" cy="7858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noProof="0" dirty="0"/>
            <a:t>Playwright, limited scope</a:t>
          </a:r>
        </a:p>
      </dsp:txBody>
      <dsp:txXfrm>
        <a:off x="6261714" y="1571705"/>
        <a:ext cx="3805924" cy="785852"/>
      </dsp:txXfrm>
    </dsp:sp>
    <dsp:sp modelId="{678B51DD-0EAD-4C47-AD00-C35FA7AA63FB}">
      <dsp:nvSpPr>
        <dsp:cNvPr id="0" name=""/>
        <dsp:cNvSpPr/>
      </dsp:nvSpPr>
      <dsp:spPr>
        <a:xfrm>
          <a:off x="6261714" y="2357558"/>
          <a:ext cx="3805924" cy="7858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noProof="0" dirty="0"/>
            <a:t>Gatling, 500 concurrent users with no request &gt;0.7s</a:t>
          </a:r>
        </a:p>
      </dsp:txBody>
      <dsp:txXfrm>
        <a:off x="6261714" y="2357558"/>
        <a:ext cx="3805924" cy="785852"/>
      </dsp:txXfrm>
    </dsp:sp>
    <dsp:sp modelId="{1423DB43-802C-4285-8768-414B58F7C34C}">
      <dsp:nvSpPr>
        <dsp:cNvPr id="0" name=""/>
        <dsp:cNvSpPr/>
      </dsp:nvSpPr>
      <dsp:spPr>
        <a:xfrm>
          <a:off x="6261714" y="3143411"/>
          <a:ext cx="3805924" cy="78585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noProof="0" dirty="0"/>
            <a:t>Lighthouse audits, targeting 80+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noProof="0" dirty="0"/>
            <a:t>4 usability testing sessions</a:t>
          </a:r>
        </a:p>
      </dsp:txBody>
      <dsp:txXfrm>
        <a:off x="6261714" y="3143411"/>
        <a:ext cx="3805924" cy="7858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367EF-798A-4199-8D74-C19F23FCC1BC}">
      <dsp:nvSpPr>
        <dsp:cNvPr id="0" name=""/>
        <dsp:cNvSpPr/>
      </dsp:nvSpPr>
      <dsp:spPr>
        <a:xfrm>
          <a:off x="0" y="195330"/>
          <a:ext cx="3589421" cy="21536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Infrastructure complexity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Deciding which services to place behind Oathkeeper </a:t>
          </a:r>
        </a:p>
      </dsp:txBody>
      <dsp:txXfrm>
        <a:off x="0" y="195330"/>
        <a:ext cx="3589421" cy="2153652"/>
      </dsp:txXfrm>
    </dsp:sp>
    <dsp:sp modelId="{11DA88C0-5871-48F4-9928-8F0E63CD4145}">
      <dsp:nvSpPr>
        <dsp:cNvPr id="0" name=""/>
        <dsp:cNvSpPr/>
      </dsp:nvSpPr>
      <dsp:spPr>
        <a:xfrm>
          <a:off x="3948363" y="195330"/>
          <a:ext cx="3589421" cy="21536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SonarQube/CI coverage bug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CI ran standard tests, not coverage-instrumented ones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No test coverage reached SonarQube</a:t>
          </a:r>
        </a:p>
      </dsp:txBody>
      <dsp:txXfrm>
        <a:off x="3948363" y="195330"/>
        <a:ext cx="3589421" cy="2153652"/>
      </dsp:txXfrm>
    </dsp:sp>
    <dsp:sp modelId="{B732FF0A-7B29-479F-A8E7-D84332D2B918}">
      <dsp:nvSpPr>
        <dsp:cNvPr id="0" name=""/>
        <dsp:cNvSpPr/>
      </dsp:nvSpPr>
      <dsp:spPr>
        <a:xfrm>
          <a:off x="7896726" y="195330"/>
          <a:ext cx="3589421" cy="21536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Document upload technical debt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The uploads are routed through the backend.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Documented as future work.</a:t>
          </a:r>
        </a:p>
      </dsp:txBody>
      <dsp:txXfrm>
        <a:off x="7896726" y="195330"/>
        <a:ext cx="3589421" cy="2153652"/>
      </dsp:txXfrm>
    </dsp:sp>
    <dsp:sp modelId="{4F5959C7-6A57-4121-BC9F-B5EDB6530872}">
      <dsp:nvSpPr>
        <dsp:cNvPr id="0" name=""/>
        <dsp:cNvSpPr/>
      </dsp:nvSpPr>
      <dsp:spPr>
        <a:xfrm>
          <a:off x="0" y="2707925"/>
          <a:ext cx="3589421" cy="21536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Ory domain requirement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Most of its features are built around cookies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Required domain purchase for deployment</a:t>
          </a:r>
        </a:p>
      </dsp:txBody>
      <dsp:txXfrm>
        <a:off x="0" y="2707925"/>
        <a:ext cx="3589421" cy="2153652"/>
      </dsp:txXfrm>
    </dsp:sp>
    <dsp:sp modelId="{CBCE862D-B38E-4B07-9191-AF8E7303C975}">
      <dsp:nvSpPr>
        <dsp:cNvPr id="0" name=""/>
        <dsp:cNvSpPr/>
      </dsp:nvSpPr>
      <dsp:spPr>
        <a:xfrm>
          <a:off x="3948363" y="2707925"/>
          <a:ext cx="3589421" cy="21536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Typst nested-list compatibility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Plugin was used to avoid switching technologies</a:t>
          </a:r>
        </a:p>
      </dsp:txBody>
      <dsp:txXfrm>
        <a:off x="3948363" y="2707925"/>
        <a:ext cx="3589421" cy="2153652"/>
      </dsp:txXfrm>
    </dsp:sp>
    <dsp:sp modelId="{282E8DA2-9CBC-4E83-B95A-6A1C58C0D9B0}">
      <dsp:nvSpPr>
        <dsp:cNvPr id="0" name=""/>
        <dsp:cNvSpPr/>
      </dsp:nvSpPr>
      <dsp:spPr>
        <a:xfrm>
          <a:off x="7896726" y="2707925"/>
          <a:ext cx="3589421" cy="21536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noProof="0" dirty="0"/>
            <a:t>Other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MinIO dependency went into maintenance mid-project, future work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noProof="0" dirty="0"/>
            <a:t>Time constraints caused cut decisions</a:t>
          </a:r>
        </a:p>
      </dsp:txBody>
      <dsp:txXfrm>
        <a:off x="7896726" y="2707925"/>
        <a:ext cx="3589421" cy="21536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29CEC0-D0C2-4E81-A16F-76DDF611562B}">
      <dsp:nvSpPr>
        <dsp:cNvPr id="0" name=""/>
        <dsp:cNvSpPr/>
      </dsp:nvSpPr>
      <dsp:spPr>
        <a:xfrm>
          <a:off x="0" y="45320"/>
          <a:ext cx="550101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Weekly schedule risk</a:t>
          </a:r>
        </a:p>
      </dsp:txBody>
      <dsp:txXfrm>
        <a:off x="22246" y="67566"/>
        <a:ext cx="5456526" cy="411223"/>
      </dsp:txXfrm>
    </dsp:sp>
    <dsp:sp modelId="{B97D9FD6-14D1-4D1A-8A50-640CCDDCFC97}">
      <dsp:nvSpPr>
        <dsp:cNvPr id="0" name=""/>
        <dsp:cNvSpPr/>
      </dsp:nvSpPr>
      <dsp:spPr>
        <a:xfrm>
          <a:off x="0" y="501035"/>
          <a:ext cx="5501018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65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noProof="0" dirty="0"/>
            <a:t>Materialized but controlled</a:t>
          </a:r>
        </a:p>
      </dsp:txBody>
      <dsp:txXfrm>
        <a:off x="0" y="501035"/>
        <a:ext cx="5501018" cy="314640"/>
      </dsp:txXfrm>
    </dsp:sp>
    <dsp:sp modelId="{7CA4FA9C-6AB1-4965-AD60-1C85B3EBE756}">
      <dsp:nvSpPr>
        <dsp:cNvPr id="0" name=""/>
        <dsp:cNvSpPr/>
      </dsp:nvSpPr>
      <dsp:spPr>
        <a:xfrm>
          <a:off x="0" y="815675"/>
          <a:ext cx="550101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Erroneous requirements identification</a:t>
          </a:r>
        </a:p>
      </dsp:txBody>
      <dsp:txXfrm>
        <a:off x="22246" y="837921"/>
        <a:ext cx="5456526" cy="411223"/>
      </dsp:txXfrm>
    </dsp:sp>
    <dsp:sp modelId="{E0558B84-B203-4E81-8FF8-E67C22260AD7}">
      <dsp:nvSpPr>
        <dsp:cNvPr id="0" name=""/>
        <dsp:cNvSpPr/>
      </dsp:nvSpPr>
      <dsp:spPr>
        <a:xfrm>
          <a:off x="0" y="1271390"/>
          <a:ext cx="5501018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65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noProof="0" dirty="0"/>
            <a:t>Did not materialize</a:t>
          </a:r>
        </a:p>
      </dsp:txBody>
      <dsp:txXfrm>
        <a:off x="0" y="1271390"/>
        <a:ext cx="5501018" cy="314640"/>
      </dsp:txXfrm>
    </dsp:sp>
    <dsp:sp modelId="{6C4142D0-3DB5-4E41-B2F8-FF4B40EE124E}">
      <dsp:nvSpPr>
        <dsp:cNvPr id="0" name=""/>
        <dsp:cNvSpPr/>
      </dsp:nvSpPr>
      <dsp:spPr>
        <a:xfrm>
          <a:off x="0" y="1586030"/>
          <a:ext cx="550101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Lack of Ory/ReBAC experience</a:t>
          </a:r>
        </a:p>
      </dsp:txBody>
      <dsp:txXfrm>
        <a:off x="22246" y="1608276"/>
        <a:ext cx="5456526" cy="411223"/>
      </dsp:txXfrm>
    </dsp:sp>
    <dsp:sp modelId="{E81289A5-D093-4DCC-906F-CB1383BE494B}">
      <dsp:nvSpPr>
        <dsp:cNvPr id="0" name=""/>
        <dsp:cNvSpPr/>
      </dsp:nvSpPr>
      <dsp:spPr>
        <a:xfrm>
          <a:off x="0" y="2041745"/>
          <a:ext cx="5501018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65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noProof="0" dirty="0"/>
            <a:t>Materialized but low impact, contained</a:t>
          </a:r>
        </a:p>
      </dsp:txBody>
      <dsp:txXfrm>
        <a:off x="0" y="2041745"/>
        <a:ext cx="5501018" cy="314640"/>
      </dsp:txXfrm>
    </dsp:sp>
    <dsp:sp modelId="{0485BD07-BB2C-4DB3-842D-4F0788F6D434}">
      <dsp:nvSpPr>
        <dsp:cNvPr id="0" name=""/>
        <dsp:cNvSpPr/>
      </dsp:nvSpPr>
      <dsp:spPr>
        <a:xfrm>
          <a:off x="0" y="2356385"/>
          <a:ext cx="550101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Ory workflow incompatibility</a:t>
          </a:r>
        </a:p>
      </dsp:txBody>
      <dsp:txXfrm>
        <a:off x="22246" y="2378631"/>
        <a:ext cx="5456526" cy="411223"/>
      </dsp:txXfrm>
    </dsp:sp>
    <dsp:sp modelId="{95D801C4-2B4D-4AB2-A054-7C92F5663C18}">
      <dsp:nvSpPr>
        <dsp:cNvPr id="0" name=""/>
        <dsp:cNvSpPr/>
      </dsp:nvSpPr>
      <dsp:spPr>
        <a:xfrm>
          <a:off x="0" y="2812100"/>
          <a:ext cx="5501018" cy="462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65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noProof="0" dirty="0"/>
            <a:t>Partially materialized, the abstraction from the driver allowed for workarounds</a:t>
          </a:r>
        </a:p>
      </dsp:txBody>
      <dsp:txXfrm>
        <a:off x="0" y="2812100"/>
        <a:ext cx="5501018" cy="462127"/>
      </dsp:txXfrm>
    </dsp:sp>
    <dsp:sp modelId="{A5A85A40-73C4-4E25-AFCF-AD200B86655F}">
      <dsp:nvSpPr>
        <dsp:cNvPr id="0" name=""/>
        <dsp:cNvSpPr/>
      </dsp:nvSpPr>
      <dsp:spPr>
        <a:xfrm>
          <a:off x="0" y="3274227"/>
          <a:ext cx="550101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Ory integration opportunity</a:t>
          </a:r>
        </a:p>
      </dsp:txBody>
      <dsp:txXfrm>
        <a:off x="22246" y="3296473"/>
        <a:ext cx="5456526" cy="411223"/>
      </dsp:txXfrm>
    </dsp:sp>
    <dsp:sp modelId="{67AF5CB6-E5D3-42C8-A1E7-A22C42D0626F}">
      <dsp:nvSpPr>
        <dsp:cNvPr id="0" name=""/>
        <dsp:cNvSpPr/>
      </dsp:nvSpPr>
      <dsp:spPr>
        <a:xfrm>
          <a:off x="0" y="3729942"/>
          <a:ext cx="5501018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65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noProof="0" dirty="0"/>
            <a:t>Taken advantage of</a:t>
          </a:r>
        </a:p>
      </dsp:txBody>
      <dsp:txXfrm>
        <a:off x="0" y="3729942"/>
        <a:ext cx="5501018" cy="314640"/>
      </dsp:txXfrm>
    </dsp:sp>
    <dsp:sp modelId="{47101DF5-7025-408D-85CE-AC9477A37F47}">
      <dsp:nvSpPr>
        <dsp:cNvPr id="0" name=""/>
        <dsp:cNvSpPr/>
      </dsp:nvSpPr>
      <dsp:spPr>
        <a:xfrm>
          <a:off x="0" y="4044582"/>
          <a:ext cx="5501018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Typst risk and opportunities</a:t>
          </a:r>
        </a:p>
      </dsp:txBody>
      <dsp:txXfrm>
        <a:off x="22246" y="4066828"/>
        <a:ext cx="5456526" cy="411223"/>
      </dsp:txXfrm>
    </dsp:sp>
    <dsp:sp modelId="{25F8C74B-DBFB-4B17-B242-1E93CB4B6F49}">
      <dsp:nvSpPr>
        <dsp:cNvPr id="0" name=""/>
        <dsp:cNvSpPr/>
      </dsp:nvSpPr>
      <dsp:spPr>
        <a:xfrm>
          <a:off x="0" y="4500297"/>
          <a:ext cx="5501018" cy="511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65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noProof="0" dirty="0"/>
            <a:t>Unaccounted for, materialized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noProof="0" dirty="0"/>
            <a:t>Improved documentation speed</a:t>
          </a:r>
        </a:p>
      </dsp:txBody>
      <dsp:txXfrm>
        <a:off x="0" y="4500297"/>
        <a:ext cx="5501018" cy="5112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5BBD3A-55EE-4AC8-9A50-99DF186A27D4}">
      <dsp:nvSpPr>
        <dsp:cNvPr id="0" name=""/>
        <dsp:cNvSpPr/>
      </dsp:nvSpPr>
      <dsp:spPr>
        <a:xfrm>
          <a:off x="1267062" y="435133"/>
          <a:ext cx="0" cy="3916204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D927D-B535-4124-AF59-1209F4DA14EE}">
      <dsp:nvSpPr>
        <dsp:cNvPr id="0" name=""/>
        <dsp:cNvSpPr/>
      </dsp:nvSpPr>
      <dsp:spPr>
        <a:xfrm>
          <a:off x="1375846" y="565673"/>
          <a:ext cx="2059705" cy="176229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66F6E-EB0E-443F-A878-2DBB042B5130}">
      <dsp:nvSpPr>
        <dsp:cNvPr id="0" name=""/>
        <dsp:cNvSpPr/>
      </dsp:nvSpPr>
      <dsp:spPr>
        <a:xfrm>
          <a:off x="1375846" y="2327965"/>
          <a:ext cx="2059705" cy="2023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Full lifecycle coverage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Serious zero-trust perimeter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Full containerized stack</a:t>
          </a:r>
        </a:p>
      </dsp:txBody>
      <dsp:txXfrm>
        <a:off x="1375846" y="2327965"/>
        <a:ext cx="2059705" cy="2023372"/>
      </dsp:txXfrm>
    </dsp:sp>
    <dsp:sp modelId="{D4F36751-0E10-42E7-9953-C002DD01853E}">
      <dsp:nvSpPr>
        <dsp:cNvPr id="0" name=""/>
        <dsp:cNvSpPr/>
      </dsp:nvSpPr>
      <dsp:spPr>
        <a:xfrm>
          <a:off x="1267062" y="0"/>
          <a:ext cx="2175669" cy="4351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What was achieved</a:t>
          </a:r>
        </a:p>
      </dsp:txBody>
      <dsp:txXfrm>
        <a:off x="1267062" y="0"/>
        <a:ext cx="2175669" cy="435133"/>
      </dsp:txXfrm>
    </dsp:sp>
    <dsp:sp modelId="{49487D76-6DF4-4FA8-8AEA-EA8666DA3AD3}">
      <dsp:nvSpPr>
        <dsp:cNvPr id="0" name=""/>
        <dsp:cNvSpPr/>
      </dsp:nvSpPr>
      <dsp:spPr>
        <a:xfrm>
          <a:off x="3946128" y="435133"/>
          <a:ext cx="0" cy="3916204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FAA02-158D-4DD7-8094-07BE7D221D31}">
      <dsp:nvSpPr>
        <dsp:cNvPr id="0" name=""/>
        <dsp:cNvSpPr/>
      </dsp:nvSpPr>
      <dsp:spPr>
        <a:xfrm>
          <a:off x="4054911" y="565673"/>
          <a:ext cx="2059705" cy="176229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0C692-BBDA-497D-B8FF-3D3DB8895F0C}">
      <dsp:nvSpPr>
        <dsp:cNvPr id="0" name=""/>
        <dsp:cNvSpPr/>
      </dsp:nvSpPr>
      <dsp:spPr>
        <a:xfrm>
          <a:off x="4054911" y="2327965"/>
          <a:ext cx="2059705" cy="2023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Trust boundaries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Architecture patterns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Self-managed execution</a:t>
          </a:r>
        </a:p>
      </dsp:txBody>
      <dsp:txXfrm>
        <a:off x="4054911" y="2327965"/>
        <a:ext cx="2059705" cy="2023372"/>
      </dsp:txXfrm>
    </dsp:sp>
    <dsp:sp modelId="{414566AB-4C3D-4C1C-B016-61DDE5895D82}">
      <dsp:nvSpPr>
        <dsp:cNvPr id="0" name=""/>
        <dsp:cNvSpPr/>
      </dsp:nvSpPr>
      <dsp:spPr>
        <a:xfrm>
          <a:off x="3946128" y="0"/>
          <a:ext cx="2175669" cy="4351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Lessons learned</a:t>
          </a:r>
        </a:p>
      </dsp:txBody>
      <dsp:txXfrm>
        <a:off x="3946128" y="0"/>
        <a:ext cx="2175669" cy="435133"/>
      </dsp:txXfrm>
    </dsp:sp>
    <dsp:sp modelId="{66472F42-1840-4FFC-BDFE-E3837153BDA2}">
      <dsp:nvSpPr>
        <dsp:cNvPr id="0" name=""/>
        <dsp:cNvSpPr/>
      </dsp:nvSpPr>
      <dsp:spPr>
        <a:xfrm>
          <a:off x="6625193" y="435133"/>
          <a:ext cx="0" cy="3916204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DBE32E-E875-4535-A43F-67BE983A0D42}">
      <dsp:nvSpPr>
        <dsp:cNvPr id="0" name=""/>
        <dsp:cNvSpPr/>
      </dsp:nvSpPr>
      <dsp:spPr>
        <a:xfrm>
          <a:off x="6733976" y="565673"/>
          <a:ext cx="2059705" cy="176229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8000" b="-8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C4306-4DD8-4252-AEF1-E4DD87F1C193}">
      <dsp:nvSpPr>
        <dsp:cNvPr id="0" name=""/>
        <dsp:cNvSpPr/>
      </dsp:nvSpPr>
      <dsp:spPr>
        <a:xfrm>
          <a:off x="6733976" y="2327965"/>
          <a:ext cx="2059705" cy="2023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58420" rIns="58420" bIns="5842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Hardening for production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Testing/UX extension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Feature completion</a:t>
          </a:r>
        </a:p>
      </dsp:txBody>
      <dsp:txXfrm>
        <a:off x="6733976" y="2327965"/>
        <a:ext cx="2059705" cy="2023372"/>
      </dsp:txXfrm>
    </dsp:sp>
    <dsp:sp modelId="{894E1D88-EC3D-4AB0-AFAC-09D16FF5EF02}">
      <dsp:nvSpPr>
        <dsp:cNvPr id="0" name=""/>
        <dsp:cNvSpPr/>
      </dsp:nvSpPr>
      <dsp:spPr>
        <a:xfrm>
          <a:off x="6625193" y="0"/>
          <a:ext cx="2175669" cy="4351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Future work</a:t>
          </a:r>
        </a:p>
      </dsp:txBody>
      <dsp:txXfrm>
        <a:off x="6625193" y="0"/>
        <a:ext cx="2175669" cy="4351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ADD49-70BD-4C95-968B-E89FD3B6CC51}">
      <dsp:nvSpPr>
        <dsp:cNvPr id="0" name=""/>
        <dsp:cNvSpPr/>
      </dsp:nvSpPr>
      <dsp:spPr>
        <a:xfrm>
          <a:off x="0" y="1473474"/>
          <a:ext cx="10067639" cy="196463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D9EBE-A412-4A21-9C1D-C9B4B42A1BFD}">
      <dsp:nvSpPr>
        <dsp:cNvPr id="0" name=""/>
        <dsp:cNvSpPr/>
      </dsp:nvSpPr>
      <dsp:spPr>
        <a:xfrm>
          <a:off x="774" y="0"/>
          <a:ext cx="1241003" cy="19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System login &amp; signup</a:t>
          </a:r>
        </a:p>
      </dsp:txBody>
      <dsp:txXfrm>
        <a:off x="774" y="0"/>
        <a:ext cx="1241003" cy="1964632"/>
      </dsp:txXfrm>
    </dsp:sp>
    <dsp:sp modelId="{07CB31B4-48D1-412C-A071-EFE3CD9A9239}">
      <dsp:nvSpPr>
        <dsp:cNvPr id="0" name=""/>
        <dsp:cNvSpPr/>
      </dsp:nvSpPr>
      <dsp:spPr>
        <a:xfrm>
          <a:off x="375697" y="2210211"/>
          <a:ext cx="491158" cy="4911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18FE1-F644-40D6-A476-4EA9A9211D80}">
      <dsp:nvSpPr>
        <dsp:cNvPr id="0" name=""/>
        <dsp:cNvSpPr/>
      </dsp:nvSpPr>
      <dsp:spPr>
        <a:xfrm>
          <a:off x="1303828" y="2946948"/>
          <a:ext cx="1241003" cy="19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Requirement creation</a:t>
          </a:r>
        </a:p>
      </dsp:txBody>
      <dsp:txXfrm>
        <a:off x="1303828" y="2946948"/>
        <a:ext cx="1241003" cy="1964632"/>
      </dsp:txXfrm>
    </dsp:sp>
    <dsp:sp modelId="{A140906D-F373-411F-AAFC-554C1436ECD0}">
      <dsp:nvSpPr>
        <dsp:cNvPr id="0" name=""/>
        <dsp:cNvSpPr/>
      </dsp:nvSpPr>
      <dsp:spPr>
        <a:xfrm>
          <a:off x="1678750" y="2210211"/>
          <a:ext cx="491158" cy="4911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882A2C-4129-432C-85E4-55461D50DE1C}">
      <dsp:nvSpPr>
        <dsp:cNvPr id="0" name=""/>
        <dsp:cNvSpPr/>
      </dsp:nvSpPr>
      <dsp:spPr>
        <a:xfrm>
          <a:off x="2606881" y="0"/>
          <a:ext cx="1241003" cy="19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Requirement nesting</a:t>
          </a:r>
        </a:p>
      </dsp:txBody>
      <dsp:txXfrm>
        <a:off x="2606881" y="0"/>
        <a:ext cx="1241003" cy="1964632"/>
      </dsp:txXfrm>
    </dsp:sp>
    <dsp:sp modelId="{B8047846-1FD6-42B1-8100-33BBBE3DA140}">
      <dsp:nvSpPr>
        <dsp:cNvPr id="0" name=""/>
        <dsp:cNvSpPr/>
      </dsp:nvSpPr>
      <dsp:spPr>
        <a:xfrm>
          <a:off x="2981804" y="2210211"/>
          <a:ext cx="491158" cy="4911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39FBC-AB05-4719-8EA7-33895AD82DDC}">
      <dsp:nvSpPr>
        <dsp:cNvPr id="0" name=""/>
        <dsp:cNvSpPr/>
      </dsp:nvSpPr>
      <dsp:spPr>
        <a:xfrm>
          <a:off x="3909935" y="2946948"/>
          <a:ext cx="1241003" cy="19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Identity slug searching</a:t>
          </a:r>
        </a:p>
      </dsp:txBody>
      <dsp:txXfrm>
        <a:off x="3909935" y="2946948"/>
        <a:ext cx="1241003" cy="1964632"/>
      </dsp:txXfrm>
    </dsp:sp>
    <dsp:sp modelId="{6969E258-C035-4B88-9004-D69D015F6489}">
      <dsp:nvSpPr>
        <dsp:cNvPr id="0" name=""/>
        <dsp:cNvSpPr/>
      </dsp:nvSpPr>
      <dsp:spPr>
        <a:xfrm>
          <a:off x="4284858" y="2210211"/>
          <a:ext cx="491158" cy="4911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FA99C-F31D-4C29-8C60-B74D0651D48A}">
      <dsp:nvSpPr>
        <dsp:cNvPr id="0" name=""/>
        <dsp:cNvSpPr/>
      </dsp:nvSpPr>
      <dsp:spPr>
        <a:xfrm>
          <a:off x="5212989" y="0"/>
          <a:ext cx="1241003" cy="19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Horizontal traceability</a:t>
          </a:r>
        </a:p>
      </dsp:txBody>
      <dsp:txXfrm>
        <a:off x="5212989" y="0"/>
        <a:ext cx="1241003" cy="1964632"/>
      </dsp:txXfrm>
    </dsp:sp>
    <dsp:sp modelId="{B56E3FC1-3D3E-4DC8-A1DC-393CE76F8110}">
      <dsp:nvSpPr>
        <dsp:cNvPr id="0" name=""/>
        <dsp:cNvSpPr/>
      </dsp:nvSpPr>
      <dsp:spPr>
        <a:xfrm>
          <a:off x="5587912" y="2210211"/>
          <a:ext cx="491158" cy="4911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07CE8-C8FB-4E41-B490-BA6457D8D3A5}">
      <dsp:nvSpPr>
        <dsp:cNvPr id="0" name=""/>
        <dsp:cNvSpPr/>
      </dsp:nvSpPr>
      <dsp:spPr>
        <a:xfrm>
          <a:off x="6516043" y="2946948"/>
          <a:ext cx="1241003" cy="19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Modification and state changes</a:t>
          </a:r>
        </a:p>
      </dsp:txBody>
      <dsp:txXfrm>
        <a:off x="6516043" y="2946948"/>
        <a:ext cx="1241003" cy="1964632"/>
      </dsp:txXfrm>
    </dsp:sp>
    <dsp:sp modelId="{97BB8294-5B6E-4519-841D-99254563B2F0}">
      <dsp:nvSpPr>
        <dsp:cNvPr id="0" name=""/>
        <dsp:cNvSpPr/>
      </dsp:nvSpPr>
      <dsp:spPr>
        <a:xfrm>
          <a:off x="6890966" y="2210211"/>
          <a:ext cx="491158" cy="4911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41752-7EE4-44CA-8464-750F85E7D483}">
      <dsp:nvSpPr>
        <dsp:cNvPr id="0" name=""/>
        <dsp:cNvSpPr/>
      </dsp:nvSpPr>
      <dsp:spPr>
        <a:xfrm>
          <a:off x="7819097" y="0"/>
          <a:ext cx="1241003" cy="19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User management &amp; invitation</a:t>
          </a:r>
        </a:p>
      </dsp:txBody>
      <dsp:txXfrm>
        <a:off x="7819097" y="0"/>
        <a:ext cx="1241003" cy="1964632"/>
      </dsp:txXfrm>
    </dsp:sp>
    <dsp:sp modelId="{B8FFCC5D-1BD9-4DBA-856F-AB7230084925}">
      <dsp:nvSpPr>
        <dsp:cNvPr id="0" name=""/>
        <dsp:cNvSpPr/>
      </dsp:nvSpPr>
      <dsp:spPr>
        <a:xfrm>
          <a:off x="8194020" y="2210211"/>
          <a:ext cx="491158" cy="4911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TitlePictureLineup">
  <dgm:title val=""/>
  <dgm:desc val=""/>
  <dgm:catLst>
    <dgm:cat type="picture" pri="18000"/>
    <dgm:cat type="pictureconvert" pri="18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linDir" val="fromL"/>
          <dgm:param type="fallback" val="1D"/>
          <dgm:param type="horzAlign" val="ctr"/>
          <dgm:param type="vertAlign" val="mid"/>
          <dgm:param type="nodeVertAlign" val="t"/>
        </dgm:alg>
      </dgm:if>
      <dgm:else name="Name3">
        <dgm:alg type="lin">
          <dgm:param type="linDir" val="fromR"/>
          <dgm:param type="fallback" val="1D"/>
          <dgm:param type="horzAlign" val="ctr"/>
          <dgm:param type="vertAlign" val="mid"/>
          <dgm:param type="nodeVertAlign" val="t"/>
        </dgm:alg>
      </dgm:else>
    </dgm:choose>
    <dgm:shape xmlns:r="http://schemas.openxmlformats.org/officeDocument/2006/relationships" r:blip="">
      <dgm:adjLst/>
    </dgm:shape>
    <dgm:constrLst>
      <dgm:constr type="h" for="des" forName="Child" op="equ"/>
      <dgm:constr type="w" for="des" forName="Child" op="equ"/>
      <dgm:constr type="h" for="des" forName="Accent" op="equ"/>
      <dgm:constr type="w" for="des" forName="Accent" op="equ"/>
      <dgm:constr type="primFontSz" for="des" forName="Parent" op="equ"/>
      <dgm:constr type="primFontSz" for="des" forName="Child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 fact="0.1"/>
              <dgm:constr type="l" for="ch" forName="Accent" refType="w" fact="0"/>
              <dgm:constr type="b" for="ch" forName="Accent" refType="h"/>
              <dgm:constr type="w" for="ch" forName="Accent" refType="w" fact="0"/>
              <dgm:constr type="h" for="ch" forName="Accent" refType="h" fact="0.9"/>
              <dgm:constr type="l" for="ch" forName="Image" refType="w" fact="0.05"/>
              <dgm:constr type="t" for="ch" forName="Image" refType="h" fact="0.13"/>
              <dgm:constr type="w" for="ch" forName="Image" refType="w" fact="0.9467"/>
              <dgm:constr type="h" for="ch" forName="Image" refType="h" fact="0.405"/>
              <dgm:constr type="l" for="ch" forName="Child" refType="w" fact="0.05"/>
              <dgm:constr type="t" for="ch" forName="Child" refType="h" fact="0.535"/>
              <dgm:constr type="w" for="ch" forName="Child" refType="w" fact="0.9467"/>
              <dgm:constr type="h" for="ch" forName="Child" refType="h" fact="0.465"/>
            </dgm:constrLst>
          </dgm:if>
          <dgm:else name="Name6">
            <dgm:constrLst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 fact="0.1"/>
              <dgm:constr type="l" for="ch" forName="Accent" refType="w"/>
              <dgm:constr type="b" for="ch" forName="Accent" refType="h"/>
              <dgm:constr type="h" for="ch" forName="Accent" refType="h" fact="0.9"/>
              <dgm:constr type="l" for="ch" forName="Image" refType="w" fact="0"/>
              <dgm:constr type="t" for="ch" forName="Image" refType="h" fact="0.13"/>
              <dgm:constr type="w" for="ch" forName="Image" refType="w" fact="0.9467"/>
              <dgm:constr type="h" for="ch" forName="Image" refType="h" fact="0.405"/>
              <dgm:constr type="l" for="ch" forName="Child" refType="w" fact="0"/>
              <dgm:constr type="t" for="ch" forName="Child" refType="h" fact="0.535"/>
              <dgm:constr type="w" for="ch" forName="Child" refType="w" fact="0.9467"/>
              <dgm:constr type="h" for="ch" forName="Child" refType="h" fact="0.465"/>
            </dgm:constrLst>
          </dgm:else>
        </dgm:choose>
        <dgm:forEach name="Name7" axis="self" ptType="node">
          <dgm:layoutNode name="Accent" styleLbl="alignAcc1">
            <dgm:alg type="sp"/>
            <dgm:shape xmlns:r="http://schemas.openxmlformats.org/officeDocument/2006/relationships" type="line" r:blip="">
              <dgm:adjLst/>
            </dgm:shape>
            <dgm:presOf/>
          </dgm:layoutNode>
          <dgm:layoutNode name="Image">
            <dgm:alg type="sp"/>
            <dgm:shape xmlns:r="http://schemas.openxmlformats.org/officeDocument/2006/relationships" type="rect" r:blip="" blipPhldr="1">
              <dgm:adjLst/>
            </dgm:shape>
            <dgm:presOf/>
          </dgm:layoutNode>
          <dgm:layoutNode name="Child" styleLbl="revTx">
            <dgm:varLst>
              <dgm:bulletEnabled val="1"/>
            </dgm:varLst>
            <dgm:choose name="Name8">
              <dgm:if name="Name9" axis="ch" ptType="node" func="cnt" op="gt" val="1">
                <dgm:choose name="Name10">
                  <dgm:if name="Name11" func="var" arg="dir" op="equ" val="norm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1"/>
                    </dgm:alg>
                  </dgm:if>
                  <dgm:else name="Name12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1"/>
                    </dgm:alg>
                  </dgm:else>
                </dgm:choose>
              </dgm:if>
              <dgm:else name="Name13">
                <dgm:choose name="Name14">
                  <dgm:if name="Name15" func="var" arg="dir" op="equ" val="norm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2"/>
                    </dgm:alg>
                  </dgm:if>
                  <dgm:else name="Name16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2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2"/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  <dgm:layoutNode name="Parent" styleLbl="alignNode1">
            <dgm:varLst>
              <dgm:bulletEnabled val="1"/>
            </dgm:varLst>
            <dgm:alg type="tx">
              <dgm:param type="shpTxLTRAlignCh" val="ctr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lMarg" refType="primFontSz" fact="0.2"/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26BA6-B846-43DB-ACEE-0CFF171A6532}" type="datetimeFigureOut">
              <a:rPr lang="es-ES" smtClean="0"/>
              <a:t>22/07/2026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B16CF-500B-40A8-A227-7395E3A0F5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217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0" dirty="0"/>
              <a:t>Explain what </a:t>
            </a:r>
            <a:r>
              <a:rPr lang="en-US" b="0" dirty="0" err="1"/>
              <a:t>irboard</a:t>
            </a:r>
            <a:r>
              <a:rPr lang="en-US" b="0" dirty="0"/>
              <a:t> is -&gt; as many of you know, a requirement is used on requirements engineering to model the expected </a:t>
            </a:r>
            <a:r>
              <a:rPr lang="en-US" b="0" dirty="0" err="1"/>
              <a:t>behaviour</a:t>
            </a:r>
            <a:r>
              <a:rPr lang="en-US" b="0" dirty="0"/>
              <a:t> of a system,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0" dirty="0"/>
              <a:t>Requirement specification is a discipline due to how often several stakeholders are involved, and most times they have conflicting interests that must be reconciled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0" dirty="0"/>
              <a:t>Therefore it is an iterative process, and the tool provides support on the process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0" dirty="0"/>
              <a:t>As generally it is done by hand on a text editor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3948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auto" latinLnBrk="0" hangingPunct="1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Currently most of the industry is split into either this approach or agile practices via use cases. – read rest of second line</a:t>
            </a:r>
            <a:endParaRPr lang="es-ES" sz="1200" dirty="0">
              <a:effectLst/>
            </a:endParaRPr>
          </a:p>
          <a:p>
            <a:pPr rtl="0" eaLnBrk="1" fontAlgn="auto" latinLnBrk="0" hangingPunct="1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IR-board is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minimum viable product that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leans more into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traditional requirements approach but would attempt to bridge the gap,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this point via the document management for agile artifacts</a:t>
            </a:r>
            <a:endParaRPr lang="es-ES" dirty="0">
              <a:effectLst/>
            </a:endParaRP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4809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right we can see how the initial schedule handled work division, the 300 hours into the different Rational Unified Process disciplines (documentation is not a discipline but it was clearly separated to estimate its effort)</a:t>
            </a:r>
          </a:p>
          <a:p>
            <a:r>
              <a:rPr lang="en-US" dirty="0"/>
              <a:t>A </a:t>
            </a:r>
            <a:r>
              <a:rPr lang="en-US" dirty="0" err="1"/>
              <a:t>gantt</a:t>
            </a:r>
            <a:r>
              <a:rPr lang="en-US" dirty="0"/>
              <a:t> chart and more detailed deep-dive is provided on the documentation on 4.4 initial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9018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make a more professionally useful budget and schedule, the project was approached as if a professional team were to execute the project, and therefore a basic fictional client was designed.</a:t>
            </a:r>
          </a:p>
          <a:p>
            <a:r>
              <a:rPr lang="en-US" dirty="0"/>
              <a:t>It describes a custom development that gives context to the scope and allows to appropriately identify stakeholders, and design the schedule and budget.</a:t>
            </a:r>
          </a:p>
          <a:p>
            <a:r>
              <a:rPr lang="en-US" dirty="0"/>
              <a:t>Similarly, a fictional provider was designed, whose financial reality can be observed on the excel sheet, and it provides the following hourly rates for the professional profiles: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3326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Diagrams</a:t>
            </a:r>
            <a:r>
              <a:rPr lang="es-ES" dirty="0"/>
              <a:t> can be </a:t>
            </a:r>
            <a:r>
              <a:rPr lang="es-ES" dirty="0" err="1"/>
              <a:t>found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the análisis </a:t>
            </a:r>
            <a:r>
              <a:rPr lang="es-ES" dirty="0" err="1"/>
              <a:t>section</a:t>
            </a:r>
            <a:r>
              <a:rPr lang="es-ES" dirty="0"/>
              <a:t> 5.2 </a:t>
            </a:r>
            <a:r>
              <a:rPr lang="es-ES" dirty="0" err="1"/>
              <a:t>páge</a:t>
            </a:r>
            <a:r>
              <a:rPr lang="es-ES" dirty="0"/>
              <a:t> 54 and domain </a:t>
            </a:r>
            <a:r>
              <a:rPr lang="es-ES" dirty="0" err="1"/>
              <a:t>pág</a:t>
            </a:r>
            <a:r>
              <a:rPr lang="es-ES" dirty="0"/>
              <a:t> 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72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is organized in the default </a:t>
            </a:r>
            <a:r>
              <a:rPr lang="en-US" dirty="0" err="1"/>
              <a:t>vite</a:t>
            </a:r>
            <a:r>
              <a:rPr lang="en-US" dirty="0"/>
              <a:t> package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9399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complete diagram of the resulting database schema can be found on 6.4: database design, or on page 101 of the documentation.</a:t>
            </a:r>
          </a:p>
          <a:p>
            <a:r>
              <a:rPr lang="en-US" dirty="0"/>
              <a:t>The backend </a:t>
            </a:r>
            <a:r>
              <a:rPr lang="en-US" b="1"/>
              <a:t>Clean Architecture,</a:t>
            </a:r>
            <a:r>
              <a:rPr lang="en-US" b="0"/>
              <a:t> </a:t>
            </a:r>
            <a:r>
              <a:rPr lang="en-US" b="0" dirty="0"/>
              <a:t>to facilitate maintainability by enabling infrastructure components, such as databases, external services, or web frameworks, to be replaced without affecting the application's core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624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E2E, multi-user access control and concurrency scenarios, and entity search were </a:t>
            </a:r>
            <a:r>
              <a:rPr lang="en-US" b="1" dirty="0"/>
              <a:t>not automated</a:t>
            </a:r>
            <a:r>
              <a:rPr lang="en-US" dirty="0"/>
              <a:t>, but </a:t>
            </a:r>
            <a:r>
              <a:rPr lang="en-US" b="1" dirty="0"/>
              <a:t>manually verified</a:t>
            </a:r>
            <a:r>
              <a:rPr lang="en-US" dirty="0"/>
              <a:t>.</a:t>
            </a:r>
          </a:p>
          <a:p>
            <a:r>
              <a:rPr lang="en-US" dirty="0"/>
              <a:t>On Load testing, initial requirement asked for a minimum of 20 stable concurrent users. Also, the scope was not to find the limit of the system but rather a comfortable user amount, keeping requests under 0.7s</a:t>
            </a:r>
          </a:p>
          <a:p>
            <a:r>
              <a:rPr lang="en-US" dirty="0"/>
              <a:t>All issues found were documented and corrected </a:t>
            </a:r>
            <a:r>
              <a:rPr lang="en-US" b="1" dirty="0"/>
              <a:t>(entity slug tooltip)</a:t>
            </a:r>
            <a:r>
              <a:rPr lang="en-US" dirty="0"/>
              <a:t>, or stated for future work </a:t>
            </a:r>
            <a:r>
              <a:rPr lang="en-US" b="1" dirty="0"/>
              <a:t>(keyboard navigation, sound feedback)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079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Grafana expected the request signature to remain unchanged for security, and it quickly grew in complexity due to how I had configured </a:t>
            </a:r>
            <a:r>
              <a:rPr lang="en-US" dirty="0" err="1"/>
              <a:t>oathkeeper</a:t>
            </a:r>
            <a:r>
              <a:rPr lang="en-US" dirty="0"/>
              <a:t>, so it was set to be accessed directly from </a:t>
            </a:r>
            <a:r>
              <a:rPr lang="en-US" dirty="0" err="1"/>
              <a:t>traefik</a:t>
            </a:r>
            <a:r>
              <a:rPr lang="en-US" dirty="0"/>
              <a:t>.</a:t>
            </a:r>
          </a:p>
          <a:p>
            <a:r>
              <a:rPr lang="en-US" dirty="0"/>
              <a:t>The object storage was set the same way due to similar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4584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went well beyond the minimum scope set, given the effort to correct the issues detected on usability/accessibility, SonarQube, to setup the observability stack and to comfortably handle 500 concurrent users, and the different user manuals and licensing documentation.</a:t>
            </a:r>
          </a:p>
          <a:p>
            <a:endParaRPr lang="en-US" dirty="0"/>
          </a:p>
          <a:p>
            <a:r>
              <a:rPr lang="en-US" dirty="0"/>
              <a:t>The frontend patterns such as hooks, contexts, appropriate to each situation, and revisiting clean architecture from scratch, without a prior skeleton</a:t>
            </a:r>
          </a:p>
          <a:p>
            <a:r>
              <a:rPr lang="en-US" dirty="0"/>
              <a:t>Self-managed : the discipline of modelling the project as if executed by a team, managing risks and taking decisions on whether to </a:t>
            </a:r>
            <a:r>
              <a:rPr lang="en-US" b="1" dirty="0"/>
              <a:t>stop developing a feature like the draw.io integration to pursuit testing corrections.</a:t>
            </a:r>
            <a:endParaRPr lang="en-US" dirty="0"/>
          </a:p>
          <a:p>
            <a:endParaRPr lang="en-US" dirty="0"/>
          </a:p>
          <a:p>
            <a:r>
              <a:rPr lang="en-US" dirty="0"/>
              <a:t>Features to be completed: Draw.io integration, pdf export.</a:t>
            </a:r>
          </a:p>
          <a:p>
            <a:endParaRPr lang="en-US" dirty="0"/>
          </a:p>
          <a:p>
            <a:r>
              <a:rPr lang="en-US" dirty="0"/>
              <a:t>Now, if you’ll let me, I’ll show a quick demo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5015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B16CF-500B-40A8-A227-7395E3A0F5B3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754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C747-6B73-5D2F-9A63-7CA74F74F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2DAC9-49E0-6F66-ABA1-31A2A61AD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80402-276B-7C40-EB2C-4992BD51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7B46-5E05-40F3-A2B7-8816DA57542D}" type="datetime1">
              <a:rPr lang="es-ES" smtClean="0"/>
              <a:t>22/07/2026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DCB32-E270-F80F-7C89-F1CC4232D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032E1-157E-5FD3-81E7-E73FA5F6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369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A12E-242F-F6E8-D8FB-5EEA8E0EA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417" y="535709"/>
            <a:ext cx="9792855" cy="729674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C0AD-DF97-1E1B-355D-AFB614434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416" y="1825625"/>
            <a:ext cx="10067639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4C15F-CB97-10E6-72A9-39D0FF51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s-ES" smtClean="0"/>
              <a:t>22/07/2026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017BD-EC11-1B87-1945-89C9B30C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ED53E-58BE-7AFF-6942-3C36C803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431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D0F9-6455-4969-C057-460726FC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CCBCF-1B2F-A4B7-E025-B92F87B37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1917D-3320-E37D-2A82-6FF4FAAA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5F3A1-242F-461E-B545-6B088F140D9D}" type="datetime1">
              <a:rPr lang="es-ES" smtClean="0"/>
              <a:t>22/07/2026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9C1A-5F33-A6EC-C77E-1B795E9F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AED04-4D22-6187-FEDE-C4AA77C1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318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7C6F-4706-9C09-1749-7622FB68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2BE2C-F680-380E-2541-6A53ECFA6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A9A1D-39C4-A769-8F45-5D79C6348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3E085-3ECC-2D63-C06C-30DE40BD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0B45B-C89A-4096-B987-7EA23AF0E68B}" type="datetime1">
              <a:rPr lang="es-ES" smtClean="0"/>
              <a:t>22/07/2026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21EBA-0FDD-19B0-9435-2843C39B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57E40-31F8-654C-959E-6A1A2794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652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0C35-F165-37F9-A454-4EA39C12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A3FC1-E46B-C6DF-8687-3164EB303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2B47B-5F7C-3436-B835-FDEC5239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98C03-AF3B-4E88-A71B-29AD8B855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57B49-6011-3844-0415-8DB22B52D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E0FD4-D956-62E1-839B-1036EDEFC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5AFA7-268B-44EE-A1F4-3FDCC9BFDD99}" type="datetime1">
              <a:rPr lang="es-ES" smtClean="0"/>
              <a:t>22/07/2026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F0F6D-76C7-5734-BE6F-6E5DDA7C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861759-8090-7055-A7E5-4FB531E5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784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8159-D9E7-D014-2015-491AFD2E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60208-C2B3-201B-C64A-D24402106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98CC4-ECDB-45B1-A53D-738CA43A182A}" type="datetime1">
              <a:rPr lang="es-ES" smtClean="0"/>
              <a:t>22/07/2026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19EB5-ABD1-5A7F-68BE-0E020F61A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0E731-0024-81D4-251C-80E25BE6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413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CA99A-D1DE-CB2A-F3D5-A09B2BD5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6966-2972-4AEB-8ABA-8E20F72112AE}" type="datetime1">
              <a:rPr lang="es-ES" smtClean="0"/>
              <a:t>22/07/2026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3BB44-56F8-5438-2D70-FD06B9AF2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B5402-2FED-6775-7F26-ADDE0DAF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5611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F24C-8276-B2A1-66F1-DCCBC2FC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98E54-8DBC-1058-CC52-619D77F44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F5E0E-B438-3495-ADE1-584ECE06B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B8117-0B3A-17AC-4044-E9FF5C19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69DF-D994-4A3E-8BDF-85178905CE2B}" type="datetime1">
              <a:rPr lang="es-ES" smtClean="0"/>
              <a:t>22/07/2026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2852A-A7E4-2E16-4F00-B2AB6672B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D363A-EC54-9D62-60E6-8B8FE22F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3470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907F5-DCA1-22D8-E713-2B8012D7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3188D-AB45-A51D-3C5B-C86C33A99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5C47E-4B24-CD66-F844-49B64FF21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9286F-19BE-FF6C-7969-076E448CE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A6B9-83EB-4A0B-8B6A-C75FD27ABA6C}" type="datetime1">
              <a:rPr lang="es-ES" smtClean="0"/>
              <a:t>22/07/2026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F5205-FB54-BAA3-3E12-C186E91D7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1FA0B-767A-5D11-BD18-0CC7FCA3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92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07B6-01FD-BB70-6AE3-A877C794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7B2AB-1AB0-017D-7F56-2E5CC6B98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3E567-B6F6-F4BD-1171-A023D5C6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D871E-C6E5-4E27-93DA-DE5BAAA390F2}" type="datetime1">
              <a:rPr lang="es-ES" smtClean="0"/>
              <a:t>22/07/2026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BA80C-C3DC-5D6B-D129-4A7CEA3D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F704A-0610-98A1-A4E4-AB970DA2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857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C7F22D-E91F-5C75-6546-9D5112765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3E24-F50F-879F-ACED-4FBA4A213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E4E0-528D-1CB8-8453-DAF6D0BA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E497-1175-48AF-B360-ABBB82946B6A}" type="datetime1">
              <a:rPr lang="es-ES" smtClean="0"/>
              <a:t>22/07/2026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6A3B1-A89D-7893-7275-47003811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91B8C-455F-246D-CA0A-C81C9C94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5865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64D02-A3B9-8D68-E632-9E783618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255E6-6648-3BCA-C440-51D0F35CC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17FF1-9B7D-847A-7D32-AA1E68160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51B3EDF-D422-47F7-9AB0-69E1B4133091}" type="datetime1">
              <a:rPr lang="es-ES" smtClean="0"/>
              <a:pPr/>
              <a:t>22/07/2026</a:t>
            </a:fld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13443-4BBC-07A3-0EAC-5E03F7EE7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Javier Carrasco Arango – UO294532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7B6EC-E6A2-65FB-BEE3-E1239C657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7D55D4D7-2A97-4510-AF07-FE7DC7C8A80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467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66AF-2F8A-31B7-EC23-AE209F8DC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5612" y="1122363"/>
            <a:ext cx="8652387" cy="2387600"/>
          </a:xfrm>
          <a:noFill/>
        </p:spPr>
        <p:txBody>
          <a:bodyPr/>
          <a:lstStyle/>
          <a:p>
            <a:r>
              <a:rPr lang="en-GB" noProof="0" dirty="0"/>
              <a:t>IR-Board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CB631-32AC-425B-1545-115D649BA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81472"/>
          </a:xfrm>
        </p:spPr>
        <p:txBody>
          <a:bodyPr/>
          <a:lstStyle/>
          <a:p>
            <a:r>
              <a:rPr lang="en-GB" noProof="0" dirty="0"/>
              <a:t>Requirements Management Platform</a:t>
            </a:r>
          </a:p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D2643-15B4-4BBF-BC89-560764EE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8E8E-E0D7-48F3-AC65-94A4D9870895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D288-7E7C-CE90-FB24-EB0167C4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1</a:t>
            </a:fld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026F3E-02F6-191F-77D1-3E376DEB1115}"/>
              </a:ext>
            </a:extLst>
          </p:cNvPr>
          <p:cNvCxnSpPr>
            <a:cxnSpLocks/>
          </p:cNvCxnSpPr>
          <p:nvPr/>
        </p:nvCxnSpPr>
        <p:spPr>
          <a:xfrm>
            <a:off x="1066800" y="3419475"/>
            <a:ext cx="10077450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64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D687-8940-1229-3FD6-4EB83DD5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C0F23-58B5-F21C-DDFB-930C2E040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417" y="1524000"/>
            <a:ext cx="4321198" cy="4652963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IR-Board is an MVP of a Requirements Management System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Several stakeholders – conflicting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IEEE 830 &amp; ISO 29148 </a:t>
            </a:r>
          </a:p>
          <a:p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F4631-AB40-D702-6377-63331D48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0379E-AF7B-4ADF-85EE-A2FFC9EB6701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E26BA-104D-FAC8-19A3-48300883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E95FC-688C-9557-F75F-E4687C72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2</a:t>
            </a:fld>
            <a:endParaRPr lang="en-GB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EE1F14-68B4-CFEA-BA7C-BC4683F03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7508" r="1843"/>
          <a:stretch>
            <a:fillRect/>
          </a:stretch>
        </p:blipFill>
        <p:spPr>
          <a:xfrm>
            <a:off x="5387117" y="712977"/>
            <a:ext cx="6089776" cy="546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50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0025-C0C5-17EE-9B03-BE3C65AB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98EF7-F34E-D570-E3D5-C0B440AF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22/07/2026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5F592-7F05-49FC-11A8-6A6D17E58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97EDC-398B-1571-53AE-506D8039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DB6723A-05BA-EE19-DC83-C8DFC9FA4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Current tools follow either traditional requirements engineering or agile practices, and those who bridge the gap are proprietary and costly.</a:t>
            </a:r>
          </a:p>
          <a:p>
            <a:r>
              <a:rPr lang="en-GB" noProof="0" dirty="0"/>
              <a:t>Designed to provide:</a:t>
            </a:r>
          </a:p>
          <a:p>
            <a:pPr lvl="1"/>
            <a:r>
              <a:rPr lang="en-GB" noProof="0" dirty="0"/>
              <a:t>Strong traceability and state management</a:t>
            </a:r>
          </a:p>
          <a:p>
            <a:pPr lvl="1"/>
            <a:r>
              <a:rPr lang="en-GB" noProof="0" dirty="0"/>
              <a:t>Alignment with IEEE 830 and ISO 29148</a:t>
            </a:r>
          </a:p>
          <a:p>
            <a:pPr lvl="1"/>
            <a:r>
              <a:rPr lang="en-GB" noProof="0" dirty="0"/>
              <a:t>Document management  for agile or traditional artifacts</a:t>
            </a:r>
          </a:p>
          <a:p>
            <a:pPr lvl="1"/>
            <a:r>
              <a:rPr lang="en-GB" noProof="0" dirty="0"/>
              <a:t>Serious security</a:t>
            </a:r>
          </a:p>
          <a:p>
            <a:pPr lvl="1"/>
            <a:r>
              <a:rPr lang="en-GB" noProof="0" dirty="0"/>
              <a:t>Collaborative safeguards</a:t>
            </a:r>
          </a:p>
        </p:txBody>
      </p:sp>
    </p:spTree>
    <p:extLst>
      <p:ext uri="{BB962C8B-B14F-4D97-AF65-F5344CB8AC3E}">
        <p14:creationId xmlns:p14="http://schemas.microsoft.com/office/powerpoint/2010/main" val="331147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0F4FE-9513-49F4-E460-47A7C296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Scope and initial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CD448-44CA-E66C-2B7F-2E4E3F9FD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417" y="1502449"/>
            <a:ext cx="5024584" cy="4674514"/>
          </a:xfrm>
        </p:spPr>
        <p:txBody>
          <a:bodyPr>
            <a:normAutofit fontScale="92500" lnSpcReduction="20000"/>
          </a:bodyPr>
          <a:lstStyle/>
          <a:p>
            <a:r>
              <a:rPr lang="en-GB" noProof="0" dirty="0"/>
              <a:t>Modules:</a:t>
            </a:r>
          </a:p>
          <a:p>
            <a:pPr lvl="1"/>
            <a:r>
              <a:rPr lang="en-GB" noProof="0" dirty="0"/>
              <a:t>Security and access control</a:t>
            </a:r>
          </a:p>
          <a:p>
            <a:pPr lvl="1"/>
            <a:r>
              <a:rPr lang="en-GB" noProof="0" dirty="0"/>
              <a:t>Requirement management</a:t>
            </a:r>
          </a:p>
          <a:p>
            <a:pPr lvl="1"/>
            <a:r>
              <a:rPr lang="en-GB" noProof="0" dirty="0"/>
              <a:t>Project and project elements management</a:t>
            </a:r>
          </a:p>
          <a:p>
            <a:pPr lvl="1"/>
            <a:r>
              <a:rPr lang="en-GB" noProof="0" dirty="0"/>
              <a:t>User management</a:t>
            </a:r>
          </a:p>
          <a:p>
            <a:pPr lvl="1"/>
            <a:r>
              <a:rPr lang="en-GB" noProof="0" dirty="0"/>
              <a:t>Document management</a:t>
            </a:r>
          </a:p>
          <a:p>
            <a:pPr lvl="1"/>
            <a:r>
              <a:rPr lang="en-GB" noProof="0" dirty="0"/>
              <a:t>Basic search and filtering</a:t>
            </a:r>
          </a:p>
          <a:p>
            <a:pPr lvl="1"/>
            <a:r>
              <a:rPr lang="en-GB" noProof="0" dirty="0"/>
              <a:t>Entity Locking module.</a:t>
            </a:r>
          </a:p>
          <a:p>
            <a:r>
              <a:rPr lang="en-GB" noProof="0" dirty="0"/>
              <a:t>Extras:</a:t>
            </a:r>
          </a:p>
          <a:p>
            <a:pPr lvl="1"/>
            <a:r>
              <a:rPr lang="en-GB" noProof="0" dirty="0"/>
              <a:t>Basic observability stack</a:t>
            </a:r>
          </a:p>
          <a:p>
            <a:pPr lvl="1"/>
            <a:r>
              <a:rPr lang="en-GB" noProof="0" dirty="0"/>
              <a:t>SonarQube integration</a:t>
            </a:r>
          </a:p>
          <a:p>
            <a:pPr lvl="1"/>
            <a:r>
              <a:rPr lang="en-GB" noProof="0" dirty="0"/>
              <a:t>Draw.io integration</a:t>
            </a:r>
          </a:p>
          <a:p>
            <a:pPr lvl="1"/>
            <a:r>
              <a:rPr lang="en-GB" noProof="0" dirty="0"/>
              <a:t>Load testing</a:t>
            </a:r>
          </a:p>
          <a:p>
            <a:pPr lvl="1"/>
            <a:r>
              <a:rPr lang="en-GB" dirty="0"/>
              <a:t>Manuals</a:t>
            </a:r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716FE-4765-95FA-FA57-52411634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25F54-9854-0445-6510-25096678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2774D-EF7C-B973-DB60-04010EB2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4</a:t>
            </a:fld>
            <a:endParaRPr lang="en-GB" noProof="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0C24849-0583-CA40-59A5-2A73819870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885601"/>
              </p:ext>
            </p:extLst>
          </p:nvPr>
        </p:nvGraphicFramePr>
        <p:xfrm>
          <a:off x="6114471" y="1463820"/>
          <a:ext cx="5024584" cy="4674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9B6CA7-F669-7881-2575-0477B62CE884}"/>
              </a:ext>
            </a:extLst>
          </p:cNvPr>
          <p:cNvSpPr txBox="1"/>
          <p:nvPr/>
        </p:nvSpPr>
        <p:spPr>
          <a:xfrm>
            <a:off x="8017163" y="337185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300 hours</a:t>
            </a:r>
          </a:p>
        </p:txBody>
      </p:sp>
    </p:spTree>
    <p:extLst>
      <p:ext uri="{BB962C8B-B14F-4D97-AF65-F5344CB8AC3E}">
        <p14:creationId xmlns:p14="http://schemas.microsoft.com/office/powerpoint/2010/main" val="225711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9548-563C-56FC-F1A8-D5A49CB4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Budget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CCDE23E-64AC-F25F-F32A-1338133BC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717032"/>
              </p:ext>
            </p:extLst>
          </p:nvPr>
        </p:nvGraphicFramePr>
        <p:xfrm>
          <a:off x="339897" y="2719868"/>
          <a:ext cx="2838568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755">
                  <a:extLst>
                    <a:ext uri="{9D8B030D-6E8A-4147-A177-3AD203B41FA5}">
                      <a16:colId xmlns:a16="http://schemas.microsoft.com/office/drawing/2014/main" val="2925907731"/>
                    </a:ext>
                  </a:extLst>
                </a:gridCol>
                <a:gridCol w="1115813">
                  <a:extLst>
                    <a:ext uri="{9D8B030D-6E8A-4147-A177-3AD203B41FA5}">
                      <a16:colId xmlns:a16="http://schemas.microsoft.com/office/drawing/2014/main" val="2378209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Staff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Hourly rate </a:t>
                      </a:r>
                      <a:r>
                        <a:rPr lang="en-GB" sz="1000" noProof="0" dirty="0"/>
                        <a:t>(without profit)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110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49,78 €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143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Service coordinator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46,75 €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731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Systems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42,16 €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703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Technology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45,22 €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00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Software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49,15 €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638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Senior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43,85 €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292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Junior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38,55 €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67485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92D25-410A-211E-ECF5-0D09E079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101D2-12E2-A4B6-6C14-0866710F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95C2B-1D59-11C9-8333-CB0814DB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6352B-436D-9498-4B09-2E74233A333C}"/>
              </a:ext>
            </a:extLst>
          </p:cNvPr>
          <p:cNvSpPr txBox="1"/>
          <p:nvPr/>
        </p:nvSpPr>
        <p:spPr>
          <a:xfrm>
            <a:off x="1071417" y="1394892"/>
            <a:ext cx="50245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Created a fictional client’s petition and fictional provider company to appropriately identify stakeholders, risks, and design the schedule and budget.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8DDBD-D7B1-5A98-0102-F2A453148ADE}"/>
              </a:ext>
            </a:extLst>
          </p:cNvPr>
          <p:cNvSpPr txBox="1"/>
          <p:nvPr/>
        </p:nvSpPr>
        <p:spPr>
          <a:xfrm>
            <a:off x="349066" y="5782769"/>
            <a:ext cx="3307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Complete theoretical provider’s financial situation over on appendix 13.1.1</a:t>
            </a:r>
            <a:endParaRPr lang="en-GB" noProof="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7FE05C5-E3AD-5B22-196B-8C5CA79BA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676892"/>
              </p:ext>
            </p:extLst>
          </p:nvPr>
        </p:nvGraphicFramePr>
        <p:xfrm>
          <a:off x="3800532" y="2720992"/>
          <a:ext cx="4590935" cy="2835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497">
                  <a:extLst>
                    <a:ext uri="{9D8B030D-6E8A-4147-A177-3AD203B41FA5}">
                      <a16:colId xmlns:a16="http://schemas.microsoft.com/office/drawing/2014/main" val="2578290799"/>
                    </a:ext>
                  </a:extLst>
                </a:gridCol>
                <a:gridCol w="2025809">
                  <a:extLst>
                    <a:ext uri="{9D8B030D-6E8A-4147-A177-3AD203B41FA5}">
                      <a16:colId xmlns:a16="http://schemas.microsoft.com/office/drawing/2014/main" val="315194533"/>
                    </a:ext>
                  </a:extLst>
                </a:gridCol>
                <a:gridCol w="1505629">
                  <a:extLst>
                    <a:ext uri="{9D8B030D-6E8A-4147-A177-3AD203B41FA5}">
                      <a16:colId xmlns:a16="http://schemas.microsoft.com/office/drawing/2014/main" val="645289907"/>
                    </a:ext>
                  </a:extLst>
                </a:gridCol>
              </a:tblGrid>
              <a:tr h="169850">
                <a:tc gridSpan="3">
                  <a:txBody>
                    <a:bodyPr/>
                    <a:lstStyle/>
                    <a:p>
                      <a:r>
                        <a:rPr lang="en-GB" sz="1400" noProof="0" dirty="0"/>
                        <a:t>IR-Board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44870"/>
                  </a:ext>
                </a:extLst>
              </a:tr>
              <a:tr h="214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noProof="0" dirty="0"/>
                        <a:t>Cat. 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noProof="0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noProof="0" dirty="0"/>
                        <a:t>Total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68844906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IR-Board development costs breakdown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13.026,52 €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33730731"/>
                  </a:ext>
                </a:extLst>
              </a:tr>
              <a:tr h="222208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172,50 €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3213903"/>
                  </a:ext>
                </a:extLst>
              </a:tr>
              <a:tr h="214856">
                <a:tc gridSpan="2">
                  <a:txBody>
                    <a:bodyPr/>
                    <a:lstStyle/>
                    <a:p>
                      <a:r>
                        <a:rPr lang="en-GB" sz="1400" noProof="0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13.199,02 €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447520"/>
                  </a:ext>
                </a:extLst>
              </a:tr>
              <a:tr h="14920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Profit (25%)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3.299,75 €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698969"/>
                  </a:ext>
                </a:extLst>
              </a:tr>
              <a:tr h="14920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Amount to be increased on the first category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3.472,25 €</a:t>
                      </a: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462158"/>
                  </a:ext>
                </a:extLst>
              </a:tr>
              <a:tr h="18180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Total hours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300,00</a:t>
                      </a: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203696"/>
                  </a:ext>
                </a:extLst>
              </a:tr>
              <a:tr h="222208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Dilution increase per billable hour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11,58 €</a:t>
                      </a: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97887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A49FCF9-D5F5-735F-6F39-AED6096D5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547532"/>
              </p:ext>
            </p:extLst>
          </p:nvPr>
        </p:nvGraphicFramePr>
        <p:xfrm>
          <a:off x="8747289" y="2716856"/>
          <a:ext cx="310481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293">
                  <a:extLst>
                    <a:ext uri="{9D8B030D-6E8A-4147-A177-3AD203B41FA5}">
                      <a16:colId xmlns:a16="http://schemas.microsoft.com/office/drawing/2014/main" val="681445377"/>
                    </a:ext>
                  </a:extLst>
                </a:gridCol>
                <a:gridCol w="1272521">
                  <a:extLst>
                    <a:ext uri="{9D8B030D-6E8A-4147-A177-3AD203B41FA5}">
                      <a16:colId xmlns:a16="http://schemas.microsoft.com/office/drawing/2014/main" val="305410703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GB" sz="1400" noProof="0" dirty="0"/>
                        <a:t>Client budget overview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992870"/>
                  </a:ext>
                </a:extLst>
              </a:tr>
              <a:tr h="234516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Project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1.840,86 €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861190"/>
                  </a:ext>
                </a:extLst>
              </a:tr>
              <a:tr h="234516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2.932,53 €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141551"/>
                  </a:ext>
                </a:extLst>
              </a:tr>
              <a:tr h="234516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2.863,95 €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14160"/>
                  </a:ext>
                </a:extLst>
              </a:tr>
              <a:tr h="234516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SonarQube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166,28 €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9427"/>
                  </a:ext>
                </a:extLst>
              </a:tr>
              <a:tr h="234516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5.602,80 €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552028"/>
                  </a:ext>
                </a:extLst>
              </a:tr>
              <a:tr h="234516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1.364,15 €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748877"/>
                  </a:ext>
                </a:extLst>
              </a:tr>
              <a:tr h="234516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1.729,94 €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755656"/>
                  </a:ext>
                </a:extLst>
              </a:tr>
              <a:tr h="234516">
                <a:tc>
                  <a:txBody>
                    <a:bodyPr/>
                    <a:lstStyle/>
                    <a:p>
                      <a:r>
                        <a:rPr lang="en-GB" sz="1400" b="1" noProof="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noProof="0" dirty="0"/>
                        <a:t>16.500,52 €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231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587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344F-EA06-CB1B-B5F0-B903F557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773AC-74B8-4D80-06AC-5BFF1E4F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49FDF-987B-0E6F-91FE-8D783E80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EFC39-E1DB-68E0-1178-700D227C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6</a:t>
            </a:fld>
            <a:endParaRPr lang="en-GB" noProof="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009E707-81CE-8FE5-B658-DF925B691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0096" y="1265383"/>
            <a:ext cx="6561007" cy="48211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87E25E-B6E9-AD04-BC8E-4ED504DC1AE5}"/>
              </a:ext>
            </a:extLst>
          </p:cNvPr>
          <p:cNvSpPr txBox="1"/>
          <p:nvPr/>
        </p:nvSpPr>
        <p:spPr>
          <a:xfrm>
            <a:off x="1071417" y="1448865"/>
            <a:ext cx="25099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ReBAC differentiates the following roles: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System-wide administrator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Project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Requirement engineer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Stakeholder</a:t>
            </a:r>
          </a:p>
          <a:p>
            <a:r>
              <a:rPr lang="en-GB" noProof="0" dirty="0"/>
              <a:t>The highest permission prevails.</a:t>
            </a:r>
          </a:p>
          <a:p>
            <a:endParaRPr lang="en-GB" noProof="0" dirty="0"/>
          </a:p>
          <a:p>
            <a:r>
              <a:rPr lang="en-GB" noProof="0" dirty="0"/>
              <a:t>Traceability via dynamic identifier, &amp; identity slug.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1D00B74-DB96-A95D-E811-EE80483D1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9990" y="523709"/>
            <a:ext cx="2316010" cy="581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21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0BB5-6FA9-1305-1C80-2979AB54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Architecture &amp; technologies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16504B-DC1E-81DB-0A03-CCE81166E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585"/>
          <a:stretch>
            <a:fillRect/>
          </a:stretch>
        </p:blipFill>
        <p:spPr>
          <a:xfrm>
            <a:off x="5771166" y="1265383"/>
            <a:ext cx="5586625" cy="493302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2D03E-9BEC-58EF-2823-142FD15C9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D22FD-7E77-4B69-2546-3C0611AD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9B0A3-2CAE-A6C3-7C8A-A08D6553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088A0-6AA9-83D9-5C9C-6D99F4AE7DD2}"/>
              </a:ext>
            </a:extLst>
          </p:cNvPr>
          <p:cNvSpPr txBox="1"/>
          <p:nvPr/>
        </p:nvSpPr>
        <p:spPr>
          <a:xfrm>
            <a:off x="1071417" y="1973305"/>
            <a:ext cx="4601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Spring Boot vs Express.js and FastAPI</a:t>
            </a:r>
          </a:p>
          <a:p>
            <a:pPr marL="285750" indent="-285750">
              <a:buFontTx/>
              <a:buChar char="-"/>
            </a:pPr>
            <a:r>
              <a:rPr lang="en-GB" noProof="0" dirty="0"/>
              <a:t>Familiarity and strong conventions</a:t>
            </a:r>
          </a:p>
          <a:p>
            <a:pPr marL="285750" indent="-285750">
              <a:buFontTx/>
              <a:buChar char="-"/>
            </a:pPr>
            <a:r>
              <a:rPr lang="en-GB" noProof="0" dirty="0"/>
              <a:t>Database integration capabilities</a:t>
            </a:r>
          </a:p>
          <a:p>
            <a:pPr marL="285750" indent="-285750">
              <a:buFontTx/>
              <a:buChar char="-"/>
            </a:pPr>
            <a:r>
              <a:rPr lang="en-GB" noProof="0" dirty="0"/>
              <a:t>Personal preference for java</a:t>
            </a:r>
          </a:p>
          <a:p>
            <a:r>
              <a:rPr lang="en-GB" noProof="0" dirty="0"/>
              <a:t>React + Typescript vs Angular</a:t>
            </a:r>
          </a:p>
          <a:p>
            <a:pPr marL="285750" indent="-285750">
              <a:buFontTx/>
              <a:buChar char="-"/>
            </a:pPr>
            <a:r>
              <a:rPr lang="en-GB" noProof="0" dirty="0"/>
              <a:t>Moderate learning curve, already familiar</a:t>
            </a:r>
          </a:p>
          <a:p>
            <a:pPr marL="285750" indent="-285750">
              <a:buFontTx/>
              <a:buChar char="-"/>
            </a:pPr>
            <a:r>
              <a:rPr lang="en-GB" noProof="0" dirty="0"/>
              <a:t>High flexibility</a:t>
            </a:r>
          </a:p>
          <a:p>
            <a:r>
              <a:rPr lang="en-GB" noProof="0" dirty="0"/>
              <a:t>PostgreSQL vs MongoDB</a:t>
            </a:r>
          </a:p>
          <a:p>
            <a:pPr marL="285750" indent="-285750">
              <a:buFontTx/>
              <a:buChar char="-"/>
            </a:pPr>
            <a:r>
              <a:rPr lang="en-GB" noProof="0" dirty="0"/>
              <a:t>Native support from Ory ecosystem</a:t>
            </a:r>
          </a:p>
          <a:p>
            <a:pPr marL="285750" indent="-285750">
              <a:buFontTx/>
              <a:buChar char="-"/>
            </a:pPr>
            <a:r>
              <a:rPr lang="en-GB" noProof="0" dirty="0"/>
              <a:t>Unlikely to change schema</a:t>
            </a:r>
          </a:p>
          <a:p>
            <a:pPr marL="285750" indent="-285750">
              <a:buFontTx/>
              <a:buChar char="-"/>
            </a:pPr>
            <a:r>
              <a:rPr lang="en-GB" noProof="0" dirty="0"/>
              <a:t>Out of the box traceability</a:t>
            </a:r>
          </a:p>
        </p:txBody>
      </p:sp>
    </p:spTree>
    <p:extLst>
      <p:ext uri="{BB962C8B-B14F-4D97-AF65-F5344CB8AC3E}">
        <p14:creationId xmlns:p14="http://schemas.microsoft.com/office/powerpoint/2010/main" val="751894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620A-36FE-4B58-87FA-D70EAE9C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2561-AB73-7902-CA09-6333E2D85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Architecture &amp; technologies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8C9930-911D-77D1-A6ED-944F4E33D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750"/>
          <a:stretch>
            <a:fillRect/>
          </a:stretch>
        </p:blipFill>
        <p:spPr>
          <a:xfrm>
            <a:off x="1062037" y="1989194"/>
            <a:ext cx="10067925" cy="287961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54CDC-D08F-A2A5-6730-0F616D11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3E64E-CA76-C66B-F36E-E05FDE20F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1BA91-9C28-63BC-C4E3-C3C00EFD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7043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BF81-315D-A9B5-E790-C0E107F7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3154-FAF2-38AD-09B2-078EBD50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Architecture &amp; technologies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92B13-EEF8-E907-E446-50FCCE83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8D8F9-58E2-D850-9D6D-9D65C95A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0FDD0-673B-FE34-4343-8D1D13D0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9</a:t>
            </a:fld>
            <a:endParaRPr lang="en-GB" noProof="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C10A3DA-D2B3-5A31-6ACB-A1155F6C5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233" b="6633"/>
          <a:stretch>
            <a:fillRect/>
          </a:stretch>
        </p:blipFill>
        <p:spPr>
          <a:xfrm>
            <a:off x="2185566" y="1265383"/>
            <a:ext cx="7820868" cy="505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8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2824E-8C80-D63A-2BB1-9F894DBC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417" y="535709"/>
            <a:ext cx="10067638" cy="729674"/>
          </a:xfrm>
        </p:spPr>
        <p:txBody>
          <a:bodyPr>
            <a:normAutofit/>
          </a:bodyPr>
          <a:lstStyle/>
          <a:p>
            <a:r>
              <a:rPr lang="en-GB" noProof="0" dirty="0"/>
              <a:t>Design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6953-E13E-B87D-E083-1B13C6B4A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417" y="1265383"/>
            <a:ext cx="5024584" cy="4911580"/>
          </a:xfrm>
        </p:spPr>
        <p:txBody>
          <a:bodyPr numCol="1">
            <a:normAutofit lnSpcReduction="10000"/>
          </a:bodyPr>
          <a:lstStyle/>
          <a:p>
            <a:r>
              <a:rPr lang="en-GB" noProof="0" dirty="0"/>
              <a:t>Frontend</a:t>
            </a:r>
          </a:p>
          <a:p>
            <a:pPr lvl="1"/>
            <a:r>
              <a:rPr lang="en-GB" noProof="0" dirty="0"/>
              <a:t>Hand-drawn sketches</a:t>
            </a:r>
          </a:p>
          <a:p>
            <a:pPr lvl="1"/>
            <a:r>
              <a:rPr lang="en-GB" noProof="0" dirty="0"/>
              <a:t>Navigability diagram</a:t>
            </a:r>
          </a:p>
          <a:p>
            <a:pPr lvl="1"/>
            <a:endParaRPr lang="en-GB" noProof="0" dirty="0"/>
          </a:p>
          <a:p>
            <a:r>
              <a:rPr lang="en-GB" noProof="0" dirty="0"/>
              <a:t>Minimalism, good contrast, neutral palette</a:t>
            </a:r>
          </a:p>
          <a:p>
            <a:r>
              <a:rPr lang="en-GB" noProof="0" dirty="0"/>
              <a:t>Reveal information via exploration</a:t>
            </a:r>
          </a:p>
          <a:p>
            <a:pPr lvl="1"/>
            <a:endParaRPr lang="en-GB" noProof="0" dirty="0"/>
          </a:p>
          <a:p>
            <a:r>
              <a:rPr lang="en-GB" noProof="0" dirty="0"/>
              <a:t>Every main design decision was checked with the tutors/clients</a:t>
            </a:r>
          </a:p>
          <a:p>
            <a:pPr lvl="1"/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696F5-231D-20CF-A397-10E88ABE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816C-21CE-111B-2004-C19CB616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5BAC4-32E7-BE86-A65D-0D7A56AB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10</a:t>
            </a:fld>
            <a:endParaRPr lang="en-GB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A57715-38AF-6487-7A72-B54090363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26"/>
          <a:stretch>
            <a:fillRect/>
          </a:stretch>
        </p:blipFill>
        <p:spPr>
          <a:xfrm>
            <a:off x="6916615" y="535709"/>
            <a:ext cx="3387970" cy="577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7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2F090-6211-4DC2-69DA-5115BDA7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Testing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5CA9D-D09D-590F-284A-25F9A52F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3A35F-D972-50F6-DFF7-6D673185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4C61B-403C-4959-EE18-FED99592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11</a:t>
            </a:fld>
            <a:endParaRPr lang="en-GB" noProof="0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7AB12A1-86E5-CDD6-640B-887BB01A09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957505"/>
              </p:ext>
            </p:extLst>
          </p:nvPr>
        </p:nvGraphicFramePr>
        <p:xfrm>
          <a:off x="1071416" y="1265383"/>
          <a:ext cx="10067639" cy="4911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253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B79B-C05F-CC33-D0A9-DF109F62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Risk analysis - Mitigations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C7129-EB4B-AECD-5210-372F361B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BA079-52E1-40F3-35FD-B8F13A1CD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8305-A8B8-D959-AC2A-53ED8B9D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12</a:t>
            </a:fld>
            <a:endParaRPr lang="en-GB" noProof="0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13B8A86B-1D37-ACF6-F216-848D699AF5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534983"/>
              </p:ext>
            </p:extLst>
          </p:nvPr>
        </p:nvGraphicFramePr>
        <p:xfrm>
          <a:off x="834187" y="1618307"/>
          <a:ext cx="50244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437">
                  <a:extLst>
                    <a:ext uri="{9D8B030D-6E8A-4147-A177-3AD203B41FA5}">
                      <a16:colId xmlns:a16="http://schemas.microsoft.com/office/drawing/2014/main" val="4048169972"/>
                    </a:ext>
                  </a:extLst>
                </a:gridCol>
              </a:tblGrid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Risk: Modification of weekly working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20555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Project management: Schedule – 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965519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Controlled redistribution of working hours to follow an acceptable weekly workload.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186649"/>
                  </a:ext>
                </a:extLst>
              </a:tr>
            </a:tbl>
          </a:graphicData>
        </a:graphic>
      </p:graphicFrame>
      <p:graphicFrame>
        <p:nvGraphicFramePr>
          <p:cNvPr id="17" name="Content Placeholder 15">
            <a:extLst>
              <a:ext uri="{FF2B5EF4-FFF2-40B4-BE49-F238E27FC236}">
                <a16:creationId xmlns:a16="http://schemas.microsoft.com/office/drawing/2014/main" id="{B4C9F9AA-8685-E991-CE37-843E575AF4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8173241"/>
              </p:ext>
            </p:extLst>
          </p:nvPr>
        </p:nvGraphicFramePr>
        <p:xfrm>
          <a:off x="838200" y="4565608"/>
          <a:ext cx="50244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437">
                  <a:extLst>
                    <a:ext uri="{9D8B030D-6E8A-4147-A177-3AD203B41FA5}">
                      <a16:colId xmlns:a16="http://schemas.microsoft.com/office/drawing/2014/main" val="4048169972"/>
                    </a:ext>
                  </a:extLst>
                </a:gridCol>
              </a:tblGrid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Risk: Lack of experience with the 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20555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Technical: Complexity and interfaces – 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965519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Allocation of self study hours and early prototyping of the Ory ecosystem integrations.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186649"/>
                  </a:ext>
                </a:extLst>
              </a:tr>
            </a:tbl>
          </a:graphicData>
        </a:graphic>
      </p:graphicFrame>
      <p:graphicFrame>
        <p:nvGraphicFramePr>
          <p:cNvPr id="18" name="Content Placeholder 15">
            <a:extLst>
              <a:ext uri="{FF2B5EF4-FFF2-40B4-BE49-F238E27FC236}">
                <a16:creationId xmlns:a16="http://schemas.microsoft.com/office/drawing/2014/main" id="{2649C312-9EA3-1662-49DA-A29EAA0A8F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4137113"/>
              </p:ext>
            </p:extLst>
          </p:nvPr>
        </p:nvGraphicFramePr>
        <p:xfrm>
          <a:off x="6329365" y="1623080"/>
          <a:ext cx="5024437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437">
                  <a:extLst>
                    <a:ext uri="{9D8B030D-6E8A-4147-A177-3AD203B41FA5}">
                      <a16:colId xmlns:a16="http://schemas.microsoft.com/office/drawing/2014/main" val="4048169972"/>
                    </a:ext>
                  </a:extLst>
                </a:gridCol>
              </a:tblGrid>
              <a:tr h="3371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Risk: Erroneous identification of requirements</a:t>
                      </a:r>
                      <a:endParaRPr lang="en-GB" noProof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20555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Technical: Requirements – 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965519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Close involvement with the project tutors during identification and periodic alignment meetings.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186649"/>
                  </a:ext>
                </a:extLst>
              </a:tr>
            </a:tbl>
          </a:graphicData>
        </a:graphic>
      </p:graphicFrame>
      <p:graphicFrame>
        <p:nvGraphicFramePr>
          <p:cNvPr id="19" name="Content Placeholder 15">
            <a:extLst>
              <a:ext uri="{FF2B5EF4-FFF2-40B4-BE49-F238E27FC236}">
                <a16:creationId xmlns:a16="http://schemas.microsoft.com/office/drawing/2014/main" id="{069D03A3-7B71-4D3E-98F6-EB7A6A0CB4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4926632"/>
              </p:ext>
            </p:extLst>
          </p:nvPr>
        </p:nvGraphicFramePr>
        <p:xfrm>
          <a:off x="3455625" y="3233949"/>
          <a:ext cx="50244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437">
                  <a:extLst>
                    <a:ext uri="{9D8B030D-6E8A-4147-A177-3AD203B41FA5}">
                      <a16:colId xmlns:a16="http://schemas.microsoft.com/office/drawing/2014/main" val="4048169972"/>
                    </a:ext>
                  </a:extLst>
                </a:gridCol>
              </a:tblGrid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Opportunity: Benefits gained through 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20555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Technical: Security / Architecture – 0.39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965519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Align system design with native flows.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186649"/>
                  </a:ext>
                </a:extLst>
              </a:tr>
            </a:tbl>
          </a:graphicData>
        </a:graphic>
      </p:graphicFrame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3A9634A2-2970-8A09-DE2B-3E273925AA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9808341"/>
              </p:ext>
            </p:extLst>
          </p:nvPr>
        </p:nvGraphicFramePr>
        <p:xfrm>
          <a:off x="6329365" y="4565608"/>
          <a:ext cx="50244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437">
                  <a:extLst>
                    <a:ext uri="{9D8B030D-6E8A-4147-A177-3AD203B41FA5}">
                      <a16:colId xmlns:a16="http://schemas.microsoft.com/office/drawing/2014/main" val="4048169972"/>
                    </a:ext>
                  </a:extLst>
                </a:gridCol>
              </a:tblGrid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Risk: Incompatibility of design with 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20555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Technical: Architecture / Integration – 0.42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965519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r>
                        <a:rPr lang="en-GB" noProof="0" dirty="0"/>
                        <a:t>Introduce an abstraction layer between the application domain and the ecosystem services.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18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37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45E2-0838-3598-7E80-B9EC6725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Issues encountered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709B392-1691-BC40-0A04-3900CEF52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139092"/>
              </p:ext>
            </p:extLst>
          </p:nvPr>
        </p:nvGraphicFramePr>
        <p:xfrm>
          <a:off x="368969" y="1265383"/>
          <a:ext cx="11486148" cy="5056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4D915-2BBA-F3B6-7EE2-F54BB8DDD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1C71-D336-5FDA-B2CC-5C42D060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3F2FB-E2B6-D7FB-7424-5E3DB990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13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16184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5B69-0926-6FB9-CE40-FECA2CE9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9DF566-3212-56ED-5877-481DE8BB38D9}"/>
              </a:ext>
            </a:extLst>
          </p:cNvPr>
          <p:cNvGrpSpPr/>
          <p:nvPr/>
        </p:nvGrpSpPr>
        <p:grpSpPr>
          <a:xfrm>
            <a:off x="461987" y="1604210"/>
            <a:ext cx="5634013" cy="4537899"/>
            <a:chOff x="1071587" y="1860478"/>
            <a:chExt cx="5024387" cy="4281631"/>
          </a:xfrm>
        </p:grpSpPr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94D9DA12-8054-A40B-8756-002F228DC72F}"/>
                </a:ext>
              </a:extLst>
            </p:cNvPr>
            <p:cNvSpPr/>
            <p:nvPr/>
          </p:nvSpPr>
          <p:spPr>
            <a:xfrm>
              <a:off x="1071587" y="1860478"/>
              <a:ext cx="2446373" cy="927241"/>
            </a:xfrm>
            <a:custGeom>
              <a:avLst/>
              <a:gdLst>
                <a:gd name="csX0" fmla="*/ 0 w 2347844"/>
                <a:gd name="csY0" fmla="*/ 0 h 927241"/>
                <a:gd name="csX1" fmla="*/ 2347844 w 2347844"/>
                <a:gd name="csY1" fmla="*/ 0 h 927241"/>
                <a:gd name="csX2" fmla="*/ 2347844 w 2347844"/>
                <a:gd name="csY2" fmla="*/ 927241 h 927241"/>
                <a:gd name="csX3" fmla="*/ 0 w 2347844"/>
                <a:gd name="csY3" fmla="*/ 927241 h 927241"/>
                <a:gd name="csX4" fmla="*/ 0 w 2347844"/>
                <a:gd name="csY4" fmla="*/ 0 h 927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47844" h="927241">
                  <a:moveTo>
                    <a:pt x="0" y="0"/>
                  </a:moveTo>
                  <a:lnTo>
                    <a:pt x="2347844" y="0"/>
                  </a:lnTo>
                  <a:lnTo>
                    <a:pt x="2347844" y="927241"/>
                  </a:lnTo>
                  <a:lnTo>
                    <a:pt x="0" y="92724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4912" tIns="105664" rIns="184912" bIns="105664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800" kern="1200" noProof="0" dirty="0"/>
                <a:t>Schedule deviations</a:t>
              </a:r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3A51B11D-F20A-521D-7862-BE3F05BA1C76}"/>
                </a:ext>
              </a:extLst>
            </p:cNvPr>
            <p:cNvSpPr/>
            <p:nvPr/>
          </p:nvSpPr>
          <p:spPr>
            <a:xfrm>
              <a:off x="1071587" y="2787719"/>
              <a:ext cx="2446373" cy="3354390"/>
            </a:xfrm>
            <a:custGeom>
              <a:avLst/>
              <a:gdLst>
                <a:gd name="csX0" fmla="*/ 0 w 2347844"/>
                <a:gd name="csY0" fmla="*/ 0 h 3354390"/>
                <a:gd name="csX1" fmla="*/ 2347844 w 2347844"/>
                <a:gd name="csY1" fmla="*/ 0 h 3354390"/>
                <a:gd name="csX2" fmla="*/ 2347844 w 2347844"/>
                <a:gd name="csY2" fmla="*/ 3354390 h 3354390"/>
                <a:gd name="csX3" fmla="*/ 0 w 2347844"/>
                <a:gd name="csY3" fmla="*/ 3354390 h 3354390"/>
                <a:gd name="csX4" fmla="*/ 0 w 2347844"/>
                <a:gd name="csY4" fmla="*/ 0 h 33543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47844" h="3354390">
                  <a:moveTo>
                    <a:pt x="0" y="0"/>
                  </a:moveTo>
                  <a:lnTo>
                    <a:pt x="2347844" y="0"/>
                  </a:lnTo>
                  <a:lnTo>
                    <a:pt x="2347844" y="3354390"/>
                  </a:lnTo>
                  <a:lnTo>
                    <a:pt x="0" y="33543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8684" tIns="138684" rIns="184912" bIns="208026" numCol="1" spcCol="1270" anchor="t" anchorCtr="0">
              <a:noAutofit/>
            </a:bodyPr>
            <a:lstStyle/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b="1" kern="1200" noProof="0" dirty="0"/>
                <a:t>Total effort</a:t>
              </a:r>
              <a:r>
                <a:rPr lang="en-GB" sz="2000" kern="1200" noProof="0" dirty="0"/>
                <a:t>: 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kern="1200" noProof="0" dirty="0"/>
                <a:t>300h -&gt; 310h </a:t>
              </a:r>
              <a:r>
                <a:rPr lang="en-GB" sz="2000" noProof="0" dirty="0"/>
                <a:t>(+3%)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b="1" noProof="0" dirty="0"/>
                <a:t>Testing</a:t>
              </a:r>
              <a:r>
                <a:rPr lang="en-GB" sz="2000" noProof="0" dirty="0"/>
                <a:t>: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noProof="0" dirty="0"/>
                <a:t>27h -&gt; 35h (+29%)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b="1" noProof="0" dirty="0"/>
                <a:t>Project man</a:t>
              </a:r>
              <a:r>
                <a:rPr lang="en-GB" sz="2000" noProof="0" dirty="0"/>
                <a:t>.: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noProof="0" dirty="0"/>
                <a:t>30h -&gt; 24h (-20%)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GB" sz="2000" noProof="0" dirty="0"/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b="1" noProof="0" dirty="0"/>
                <a:t>Analysis</a:t>
              </a:r>
              <a:r>
                <a:rPr lang="en-GB" sz="2000" noProof="0" dirty="0"/>
                <a:t>: +6%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b="1" noProof="0" dirty="0"/>
                <a:t>Design</a:t>
              </a:r>
              <a:r>
                <a:rPr lang="en-GB" sz="2000" noProof="0" dirty="0"/>
                <a:t>: +4%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b="1" noProof="0" dirty="0"/>
                <a:t>Documentation</a:t>
              </a:r>
              <a:r>
                <a:rPr lang="en-GB" sz="2000" noProof="0" dirty="0"/>
                <a:t>: -7%</a:t>
              </a: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C51BD793-FB47-50B7-C00C-81AC25C0A685}"/>
                </a:ext>
              </a:extLst>
            </p:cNvPr>
            <p:cNvSpPr/>
            <p:nvPr/>
          </p:nvSpPr>
          <p:spPr>
            <a:xfrm>
              <a:off x="3748130" y="1860478"/>
              <a:ext cx="2347844" cy="927241"/>
            </a:xfrm>
            <a:custGeom>
              <a:avLst/>
              <a:gdLst>
                <a:gd name="csX0" fmla="*/ 0 w 2347844"/>
                <a:gd name="csY0" fmla="*/ 0 h 927241"/>
                <a:gd name="csX1" fmla="*/ 2347844 w 2347844"/>
                <a:gd name="csY1" fmla="*/ 0 h 927241"/>
                <a:gd name="csX2" fmla="*/ 2347844 w 2347844"/>
                <a:gd name="csY2" fmla="*/ 927241 h 927241"/>
                <a:gd name="csX3" fmla="*/ 0 w 2347844"/>
                <a:gd name="csY3" fmla="*/ 927241 h 927241"/>
                <a:gd name="csX4" fmla="*/ 0 w 2347844"/>
                <a:gd name="csY4" fmla="*/ 0 h 927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47844" h="927241">
                  <a:moveTo>
                    <a:pt x="0" y="0"/>
                  </a:moveTo>
                  <a:lnTo>
                    <a:pt x="2347844" y="0"/>
                  </a:lnTo>
                  <a:lnTo>
                    <a:pt x="2347844" y="927241"/>
                  </a:lnTo>
                  <a:lnTo>
                    <a:pt x="0" y="92724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4912" tIns="105664" rIns="184912" bIns="105664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600" kern="1200" noProof="0" dirty="0"/>
                <a:t>Budget deviation</a:t>
              </a: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0913C5E8-5BC9-9E7D-8CC2-B48E2DC70A01}"/>
                </a:ext>
              </a:extLst>
            </p:cNvPr>
            <p:cNvSpPr/>
            <p:nvPr/>
          </p:nvSpPr>
          <p:spPr>
            <a:xfrm>
              <a:off x="3748130" y="2787719"/>
              <a:ext cx="2347844" cy="3354390"/>
            </a:xfrm>
            <a:custGeom>
              <a:avLst/>
              <a:gdLst>
                <a:gd name="csX0" fmla="*/ 0 w 2347844"/>
                <a:gd name="csY0" fmla="*/ 0 h 3354390"/>
                <a:gd name="csX1" fmla="*/ 2347844 w 2347844"/>
                <a:gd name="csY1" fmla="*/ 0 h 3354390"/>
                <a:gd name="csX2" fmla="*/ 2347844 w 2347844"/>
                <a:gd name="csY2" fmla="*/ 3354390 h 3354390"/>
                <a:gd name="csX3" fmla="*/ 0 w 2347844"/>
                <a:gd name="csY3" fmla="*/ 3354390 h 3354390"/>
                <a:gd name="csX4" fmla="*/ 0 w 2347844"/>
                <a:gd name="csY4" fmla="*/ 0 h 33543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47844" h="3354390">
                  <a:moveTo>
                    <a:pt x="0" y="0"/>
                  </a:moveTo>
                  <a:lnTo>
                    <a:pt x="2347844" y="0"/>
                  </a:lnTo>
                  <a:lnTo>
                    <a:pt x="2347844" y="3354390"/>
                  </a:lnTo>
                  <a:lnTo>
                    <a:pt x="0" y="335439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8684" tIns="138684" rIns="184912" bIns="208026" numCol="1" spcCol="1270" anchor="t" anchorCtr="0">
              <a:noAutofit/>
            </a:bodyPr>
            <a:lstStyle/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noProof="0" dirty="0"/>
                <a:t>Development cost breakdown deviated +3%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GB" sz="2000" noProof="0" dirty="0"/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noProof="0" dirty="0"/>
                <a:t>Actual profit: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noProof="0" dirty="0"/>
                <a:t>25% -&gt; ~22% (-11%)</a:t>
              </a:r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GB" sz="2000" noProof="0" dirty="0"/>
            </a:p>
            <a:p>
              <a:pPr marL="0" lvl="1" algn="l" defTabSz="11557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GB" sz="2000" noProof="0" dirty="0"/>
                <a:t>No extra budget or contingency reserve was needed.</a:t>
              </a: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7BF82-8DDB-4FCD-E3B0-D542A16AF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38D4-51DD-E84E-6956-DC6A5A27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1FB05-D707-5EDF-C669-872462BA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14</a:t>
            </a:fld>
            <a:endParaRPr lang="en-GB" noProof="0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5C477F8-F066-1197-050D-AA05C47F1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511997"/>
              </p:ext>
            </p:extLst>
          </p:nvPr>
        </p:nvGraphicFramePr>
        <p:xfrm>
          <a:off x="6354098" y="1265383"/>
          <a:ext cx="5501018" cy="5056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0015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97A2-E46C-77F5-B721-C11D194E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Future work and conclusions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B594E3-8B45-7303-9181-CC16D12106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358014"/>
              </p:ext>
            </p:extLst>
          </p:nvPr>
        </p:nvGraphicFramePr>
        <p:xfrm>
          <a:off x="1071563" y="1825625"/>
          <a:ext cx="100679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778C0-528F-BAEA-2BC1-76E235D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7/22/2026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B86A1-435C-9790-2455-48466F470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BF081-7B49-6F48-656C-E931D350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15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17671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702D-FE20-4312-50B0-6DFD3082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Demo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84BB7E6-40FF-DC22-66B5-EEB4669F40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076828"/>
              </p:ext>
            </p:extLst>
          </p:nvPr>
        </p:nvGraphicFramePr>
        <p:xfrm>
          <a:off x="1071416" y="1265383"/>
          <a:ext cx="10067639" cy="4911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90D0E-EE4E-6A8D-4CB0-54234B2B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77F6C-98AB-4CFC-AF55-A4418A4A1994}" type="datetime1">
              <a:rPr lang="en-GB" noProof="0" smtClean="0"/>
              <a:t>22/07/2026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8CB4-5ED5-CF13-A36A-DE9B8D5E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Javier Carrasco Arango – UO294532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C36E1-D184-E0CD-9D62-BB4C651C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5D4D7-2A97-4510-AF07-FE7DC7C8A806}" type="slidenum">
              <a:rPr lang="en-GB" noProof="0" smtClean="0"/>
              <a:t>16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61614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R-Board">
      <a:dk1>
        <a:srgbClr val="334155"/>
      </a:dk1>
      <a:lt1>
        <a:sysClr val="window" lastClr="FFFFFF"/>
      </a:lt1>
      <a:dk2>
        <a:srgbClr val="94A3B8"/>
      </a:dk2>
      <a:lt2>
        <a:srgbClr val="F8FAFC"/>
      </a:lt2>
      <a:accent1>
        <a:srgbClr val="4F46E5"/>
      </a:accent1>
      <a:accent2>
        <a:srgbClr val="A5B4FC"/>
      </a:accent2>
      <a:accent3>
        <a:srgbClr val="60A5FA"/>
      </a:accent3>
      <a:accent4>
        <a:srgbClr val="E2E8F0"/>
      </a:accent4>
      <a:accent5>
        <a:srgbClr val="D97706"/>
      </a:accent5>
      <a:accent6>
        <a:srgbClr val="DC2626"/>
      </a:accent6>
      <a:hlink>
        <a:srgbClr val="4F46E5"/>
      </a:hlink>
      <a:folHlink>
        <a:srgbClr val="96607D"/>
      </a:folHlink>
    </a:clrScheme>
    <a:fontScheme name="Futurista&amp;Profesional">
      <a:majorFont>
        <a:latin typeface="NovaMon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E2066D7B65A7A418DD67AE17B255984" ma:contentTypeVersion="15" ma:contentTypeDescription="Crear nuevo documento." ma:contentTypeScope="" ma:versionID="07126b03a6f2d617c768b5a9cf00f2e4">
  <xsd:schema xmlns:xsd="http://www.w3.org/2001/XMLSchema" xmlns:xs="http://www.w3.org/2001/XMLSchema" xmlns:p="http://schemas.microsoft.com/office/2006/metadata/properties" xmlns:ns3="4fabc5d7-8561-46b4-9e60-07ed3b6d22d0" xmlns:ns4="c00114f9-7944-49f5-9c1f-ce119e9a1627" targetNamespace="http://schemas.microsoft.com/office/2006/metadata/properties" ma:root="true" ma:fieldsID="6f835892f55263d8df026ca130e4d269" ns3:_="" ns4:_="">
    <xsd:import namespace="4fabc5d7-8561-46b4-9e60-07ed3b6d22d0"/>
    <xsd:import namespace="c00114f9-7944-49f5-9c1f-ce119e9a16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OCR" minOccurs="0"/>
                <xsd:element ref="ns3:MediaServiceSystemTags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bc5d7-8561-46b4-9e60-07ed3b6d22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0114f9-7944-49f5-9c1f-ce119e9a162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abc5d7-8561-46b4-9e60-07ed3b6d22d0" xsi:nil="true"/>
  </documentManagement>
</p:properties>
</file>

<file path=customXml/itemProps1.xml><?xml version="1.0" encoding="utf-8"?>
<ds:datastoreItem xmlns:ds="http://schemas.openxmlformats.org/officeDocument/2006/customXml" ds:itemID="{5F8E961D-58F4-4A9E-933E-161A0FC815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bc5d7-8561-46b4-9e60-07ed3b6d22d0"/>
    <ds:schemaRef ds:uri="c00114f9-7944-49f5-9c1f-ce119e9a16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0180EF-77A6-40B5-A0E5-DB74605084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A9B2FD-8757-48C8-8AD0-485882C4BDB2}">
  <ds:schemaRefs>
    <ds:schemaRef ds:uri="4fabc5d7-8561-46b4-9e60-07ed3b6d22d0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c00114f9-7944-49f5-9c1f-ce119e9a1627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5ea74a3-92c5-4c31-978a-925c3c799cd0}" enabled="0" method="" siteId="{05ea74a3-92c5-4c31-978a-925c3c799c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1618</Words>
  <Application>Microsoft Office PowerPoint</Application>
  <PresentationFormat>Widescreen</PresentationFormat>
  <Paragraphs>308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Lato</vt:lpstr>
      <vt:lpstr>NovaMono</vt:lpstr>
      <vt:lpstr>Aptos</vt:lpstr>
      <vt:lpstr>Office Theme</vt:lpstr>
      <vt:lpstr>IR-Board</vt:lpstr>
      <vt:lpstr>Context</vt:lpstr>
      <vt:lpstr>Introduction</vt:lpstr>
      <vt:lpstr>Scope and initial schedule</vt:lpstr>
      <vt:lpstr>Budget</vt:lpstr>
      <vt:lpstr>Analysis</vt:lpstr>
      <vt:lpstr>Architecture &amp; technologies</vt:lpstr>
      <vt:lpstr>Architecture &amp; technologies</vt:lpstr>
      <vt:lpstr>Architecture &amp; technologies</vt:lpstr>
      <vt:lpstr>Design process</vt:lpstr>
      <vt:lpstr>Testing </vt:lpstr>
      <vt:lpstr>Risk analysis - Mitigations</vt:lpstr>
      <vt:lpstr>Issues encountered</vt:lpstr>
      <vt:lpstr>Results</vt:lpstr>
      <vt:lpstr>Future work and conclusions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Carrasco Arango</dc:creator>
  <cp:lastModifiedBy>Javier Carrasco Arango</cp:lastModifiedBy>
  <cp:revision>29</cp:revision>
  <dcterms:created xsi:type="dcterms:W3CDTF">2026-07-13T14:13:24Z</dcterms:created>
  <dcterms:modified xsi:type="dcterms:W3CDTF">2026-07-22T11:15:57Z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0x0101001E2066D7B65A7A418DD67AE17B255984</vt:lpwstr>
  </property>
</Properties>
</file>